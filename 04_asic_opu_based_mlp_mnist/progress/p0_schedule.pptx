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8" r:id="rId2"/>
    <p:sldId id="259" r:id="rId3"/>
    <p:sldId id="260" r:id="rId4"/>
    <p:sldId id="262" r:id="rId5"/>
    <p:sldId id="263" r:id="rId6"/>
    <p:sldId id="264" r:id="rId7"/>
    <p:sldId id="267" r:id="rId8"/>
    <p:sldId id="271" r:id="rId9"/>
    <p:sldId id="268" r:id="rId10"/>
    <p:sldId id="270" r:id="rId11"/>
    <p:sldId id="261" r:id="rId12"/>
    <p:sldId id="269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5026" autoAdjust="0"/>
  </p:normalViewPr>
  <p:slideViewPr>
    <p:cSldViewPr snapToGrid="0">
      <p:cViewPr varScale="1">
        <p:scale>
          <a:sx n="82" d="100"/>
          <a:sy n="82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yoji AWAKI" userId="97b1078a-1e2f-4439-9099-c3f0ad6ff265" providerId="ADAL" clId="{3A372075-12A2-4AD5-9BEF-3FE314F88110}"/>
    <pc:docChg chg="undo custSel addSld delSld modSld">
      <pc:chgData name="Kyoji AWAKI" userId="97b1078a-1e2f-4439-9099-c3f0ad6ff265" providerId="ADAL" clId="{3A372075-12A2-4AD5-9BEF-3FE314F88110}" dt="2025-12-21T13:38:27.660" v="1741" actId="20577"/>
      <pc:docMkLst>
        <pc:docMk/>
      </pc:docMkLst>
      <pc:sldChg chg="add">
        <pc:chgData name="Kyoji AWAKI" userId="97b1078a-1e2f-4439-9099-c3f0ad6ff265" providerId="ADAL" clId="{3A372075-12A2-4AD5-9BEF-3FE314F88110}" dt="2025-12-09T23:42:37.178" v="0"/>
        <pc:sldMkLst>
          <pc:docMk/>
          <pc:sldMk cId="2715399198" sldId="258"/>
        </pc:sldMkLst>
      </pc:sldChg>
      <pc:sldChg chg="add">
        <pc:chgData name="Kyoji AWAKI" userId="97b1078a-1e2f-4439-9099-c3f0ad6ff265" providerId="ADAL" clId="{3A372075-12A2-4AD5-9BEF-3FE314F88110}" dt="2025-12-09T23:42:37.178" v="0"/>
        <pc:sldMkLst>
          <pc:docMk/>
          <pc:sldMk cId="1490110824" sldId="259"/>
        </pc:sldMkLst>
      </pc:sldChg>
      <pc:sldChg chg="modSp add mod">
        <pc:chgData name="Kyoji AWAKI" userId="97b1078a-1e2f-4439-9099-c3f0ad6ff265" providerId="ADAL" clId="{3A372075-12A2-4AD5-9BEF-3FE314F88110}" dt="2025-12-21T13:38:27.660" v="1741" actId="20577"/>
        <pc:sldMkLst>
          <pc:docMk/>
          <pc:sldMk cId="2126085763" sldId="260"/>
        </pc:sldMkLst>
        <pc:spChg chg="mod">
          <ac:chgData name="Kyoji AWAKI" userId="97b1078a-1e2f-4439-9099-c3f0ad6ff265" providerId="ADAL" clId="{3A372075-12A2-4AD5-9BEF-3FE314F88110}" dt="2025-12-21T13:38:27.660" v="1741" actId="20577"/>
          <ac:spMkLst>
            <pc:docMk/>
            <pc:sldMk cId="2126085763" sldId="260"/>
            <ac:spMk id="2" creationId="{C5DE09EB-0B5D-7CA5-4D86-348CB1412C39}"/>
          </ac:spMkLst>
        </pc:spChg>
      </pc:sldChg>
      <pc:sldChg chg="add">
        <pc:chgData name="Kyoji AWAKI" userId="97b1078a-1e2f-4439-9099-c3f0ad6ff265" providerId="ADAL" clId="{3A372075-12A2-4AD5-9BEF-3FE314F88110}" dt="2025-12-09T23:42:37.178" v="0"/>
        <pc:sldMkLst>
          <pc:docMk/>
          <pc:sldMk cId="1493380771" sldId="261"/>
        </pc:sldMkLst>
      </pc:sldChg>
      <pc:sldChg chg="add">
        <pc:chgData name="Kyoji AWAKI" userId="97b1078a-1e2f-4439-9099-c3f0ad6ff265" providerId="ADAL" clId="{3A372075-12A2-4AD5-9BEF-3FE314F88110}" dt="2025-12-09T23:42:37.178" v="0"/>
        <pc:sldMkLst>
          <pc:docMk/>
          <pc:sldMk cId="1525811919" sldId="262"/>
        </pc:sldMkLst>
      </pc:sldChg>
      <pc:sldChg chg="modSp add mod">
        <pc:chgData name="Kyoji AWAKI" userId="97b1078a-1e2f-4439-9099-c3f0ad6ff265" providerId="ADAL" clId="{3A372075-12A2-4AD5-9BEF-3FE314F88110}" dt="2025-12-21T09:51:04.078" v="1730" actId="1076"/>
        <pc:sldMkLst>
          <pc:docMk/>
          <pc:sldMk cId="172359567" sldId="263"/>
        </pc:sldMkLst>
        <pc:picChg chg="mod">
          <ac:chgData name="Kyoji AWAKI" userId="97b1078a-1e2f-4439-9099-c3f0ad6ff265" providerId="ADAL" clId="{3A372075-12A2-4AD5-9BEF-3FE314F88110}" dt="2025-12-21T09:51:04.078" v="1730" actId="1076"/>
          <ac:picMkLst>
            <pc:docMk/>
            <pc:sldMk cId="172359567" sldId="263"/>
            <ac:picMk id="11" creationId="{351AEC38-D203-A3E2-4B5F-2CA7DD889581}"/>
          </ac:picMkLst>
        </pc:picChg>
      </pc:sldChg>
      <pc:sldChg chg="addSp modSp add mod">
        <pc:chgData name="Kyoji AWAKI" userId="97b1078a-1e2f-4439-9099-c3f0ad6ff265" providerId="ADAL" clId="{3A372075-12A2-4AD5-9BEF-3FE314F88110}" dt="2025-12-09T23:57:44.451" v="131" actId="1076"/>
        <pc:sldMkLst>
          <pc:docMk/>
          <pc:sldMk cId="2731724497" sldId="264"/>
        </pc:sldMkLst>
        <pc:spChg chg="add mod">
          <ac:chgData name="Kyoji AWAKI" userId="97b1078a-1e2f-4439-9099-c3f0ad6ff265" providerId="ADAL" clId="{3A372075-12A2-4AD5-9BEF-3FE314F88110}" dt="2025-12-09T23:57:44.451" v="131" actId="1076"/>
          <ac:spMkLst>
            <pc:docMk/>
            <pc:sldMk cId="2731724497" sldId="264"/>
            <ac:spMk id="5" creationId="{A56ECF10-301A-C454-4665-DBC0A37D15AB}"/>
          </ac:spMkLst>
        </pc:spChg>
      </pc:sldChg>
      <pc:sldChg chg="add">
        <pc:chgData name="Kyoji AWAKI" userId="97b1078a-1e2f-4439-9099-c3f0ad6ff265" providerId="ADAL" clId="{3A372075-12A2-4AD5-9BEF-3FE314F88110}" dt="2025-12-09T23:42:37.178" v="0"/>
        <pc:sldMkLst>
          <pc:docMk/>
          <pc:sldMk cId="2408429589" sldId="266"/>
        </pc:sldMkLst>
      </pc:sldChg>
      <pc:sldChg chg="addSp delSp modSp add mod">
        <pc:chgData name="Kyoji AWAKI" userId="97b1078a-1e2f-4439-9099-c3f0ad6ff265" providerId="ADAL" clId="{3A372075-12A2-4AD5-9BEF-3FE314F88110}" dt="2025-12-20T23:24:16.704" v="1723" actId="1076"/>
        <pc:sldMkLst>
          <pc:docMk/>
          <pc:sldMk cId="2724762302" sldId="267"/>
        </pc:sldMkLst>
        <pc:spChg chg="mod">
          <ac:chgData name="Kyoji AWAKI" userId="97b1078a-1e2f-4439-9099-c3f0ad6ff265" providerId="ADAL" clId="{3A372075-12A2-4AD5-9BEF-3FE314F88110}" dt="2025-12-20T23:20:07.354" v="1591" actId="20577"/>
          <ac:spMkLst>
            <pc:docMk/>
            <pc:sldMk cId="2724762302" sldId="267"/>
            <ac:spMk id="2" creationId="{5BD057C7-D2EF-11BE-2D8F-DFF423147552}"/>
          </ac:spMkLst>
        </pc:spChg>
        <pc:spChg chg="mod">
          <ac:chgData name="Kyoji AWAKI" userId="97b1078a-1e2f-4439-9099-c3f0ad6ff265" providerId="ADAL" clId="{3A372075-12A2-4AD5-9BEF-3FE314F88110}" dt="2025-12-09T23:55:06.062" v="51" actId="20577"/>
          <ac:spMkLst>
            <pc:docMk/>
            <pc:sldMk cId="2724762302" sldId="267"/>
            <ac:spMk id="4" creationId="{560B8EE8-B50F-AF98-633A-1225415FF391}"/>
          </ac:spMkLst>
        </pc:spChg>
        <pc:spChg chg="add mod">
          <ac:chgData name="Kyoji AWAKI" userId="97b1078a-1e2f-4439-9099-c3f0ad6ff265" providerId="ADAL" clId="{3A372075-12A2-4AD5-9BEF-3FE314F88110}" dt="2025-12-20T23:20:02.122" v="1585" actId="12789"/>
          <ac:spMkLst>
            <pc:docMk/>
            <pc:sldMk cId="2724762302" sldId="267"/>
            <ac:spMk id="5" creationId="{E94E05FC-6EE1-A7BF-C6B9-AB54515B124D}"/>
          </ac:spMkLst>
        </pc:spChg>
        <pc:spChg chg="add mod">
          <ac:chgData name="Kyoji AWAKI" userId="97b1078a-1e2f-4439-9099-c3f0ad6ff265" providerId="ADAL" clId="{3A372075-12A2-4AD5-9BEF-3FE314F88110}" dt="2025-12-20T23:20:02.122" v="1585" actId="12789"/>
          <ac:spMkLst>
            <pc:docMk/>
            <pc:sldMk cId="2724762302" sldId="267"/>
            <ac:spMk id="6" creationId="{8AEDA7BE-BE4D-D64A-0CCE-466480FC05FB}"/>
          </ac:spMkLst>
        </pc:spChg>
        <pc:spChg chg="add del mod">
          <ac:chgData name="Kyoji AWAKI" userId="97b1078a-1e2f-4439-9099-c3f0ad6ff265" providerId="ADAL" clId="{3A372075-12A2-4AD5-9BEF-3FE314F88110}" dt="2025-12-20T23:20:04.870" v="1589" actId="20577"/>
          <ac:spMkLst>
            <pc:docMk/>
            <pc:sldMk cId="2724762302" sldId="267"/>
            <ac:spMk id="7" creationId="{635348E3-4556-AB67-CB8C-A7F7289616FD}"/>
          </ac:spMkLst>
        </pc:spChg>
        <pc:spChg chg="add mod">
          <ac:chgData name="Kyoji AWAKI" userId="97b1078a-1e2f-4439-9099-c3f0ad6ff265" providerId="ADAL" clId="{3A372075-12A2-4AD5-9BEF-3FE314F88110}" dt="2025-12-20T23:20:02.122" v="1585" actId="12789"/>
          <ac:spMkLst>
            <pc:docMk/>
            <pc:sldMk cId="2724762302" sldId="267"/>
            <ac:spMk id="8" creationId="{88F9E58A-38A0-DA8F-2F22-75A4ECC2BC4A}"/>
          </ac:spMkLst>
        </pc:spChg>
        <pc:spChg chg="add mod">
          <ac:chgData name="Kyoji AWAKI" userId="97b1078a-1e2f-4439-9099-c3f0ad6ff265" providerId="ADAL" clId="{3A372075-12A2-4AD5-9BEF-3FE314F88110}" dt="2025-12-20T23:20:02.122" v="1585" actId="12789"/>
          <ac:spMkLst>
            <pc:docMk/>
            <pc:sldMk cId="2724762302" sldId="267"/>
            <ac:spMk id="9" creationId="{AB91BC75-84F5-D72C-8D66-A37FB3404B2E}"/>
          </ac:spMkLst>
        </pc:spChg>
        <pc:spChg chg="add mod">
          <ac:chgData name="Kyoji AWAKI" userId="97b1078a-1e2f-4439-9099-c3f0ad6ff265" providerId="ADAL" clId="{3A372075-12A2-4AD5-9BEF-3FE314F88110}" dt="2025-12-20T23:18:58.668" v="1561" actId="1076"/>
          <ac:spMkLst>
            <pc:docMk/>
            <pc:sldMk cId="2724762302" sldId="267"/>
            <ac:spMk id="10" creationId="{672425CD-E290-EFD5-E9C1-BB13F297E1EB}"/>
          </ac:spMkLst>
        </pc:spChg>
        <pc:spChg chg="add mod">
          <ac:chgData name="Kyoji AWAKI" userId="97b1078a-1e2f-4439-9099-c3f0ad6ff265" providerId="ADAL" clId="{3A372075-12A2-4AD5-9BEF-3FE314F88110}" dt="2025-12-20T23:22:53.600" v="1656" actId="1076"/>
          <ac:spMkLst>
            <pc:docMk/>
            <pc:sldMk cId="2724762302" sldId="267"/>
            <ac:spMk id="34" creationId="{DB998B1A-9FE1-9BC1-0213-B7F22A56C67B}"/>
          </ac:spMkLst>
        </pc:spChg>
        <pc:spChg chg="add mod">
          <ac:chgData name="Kyoji AWAKI" userId="97b1078a-1e2f-4439-9099-c3f0ad6ff265" providerId="ADAL" clId="{3A372075-12A2-4AD5-9BEF-3FE314F88110}" dt="2025-12-20T23:21:03.053" v="1618" actId="1076"/>
          <ac:spMkLst>
            <pc:docMk/>
            <pc:sldMk cId="2724762302" sldId="267"/>
            <ac:spMk id="35" creationId="{4CD3D518-4E6D-7E4A-90D9-295709DBEDF9}"/>
          </ac:spMkLst>
        </pc:spChg>
        <pc:spChg chg="add mod">
          <ac:chgData name="Kyoji AWAKI" userId="97b1078a-1e2f-4439-9099-c3f0ad6ff265" providerId="ADAL" clId="{3A372075-12A2-4AD5-9BEF-3FE314F88110}" dt="2025-12-20T23:22:02.861" v="1645" actId="1076"/>
          <ac:spMkLst>
            <pc:docMk/>
            <pc:sldMk cId="2724762302" sldId="267"/>
            <ac:spMk id="36" creationId="{77861B9E-65D7-05C6-25B5-E29810CBF690}"/>
          </ac:spMkLst>
        </pc:spChg>
        <pc:spChg chg="add mod">
          <ac:chgData name="Kyoji AWAKI" userId="97b1078a-1e2f-4439-9099-c3f0ad6ff265" providerId="ADAL" clId="{3A372075-12A2-4AD5-9BEF-3FE314F88110}" dt="2025-12-20T23:23:48.408" v="1700" actId="1076"/>
          <ac:spMkLst>
            <pc:docMk/>
            <pc:sldMk cId="2724762302" sldId="267"/>
            <ac:spMk id="43" creationId="{A73530CA-CF08-BD5E-BD65-95F6B2C258B2}"/>
          </ac:spMkLst>
        </pc:spChg>
        <pc:spChg chg="add mod">
          <ac:chgData name="Kyoji AWAKI" userId="97b1078a-1e2f-4439-9099-c3f0ad6ff265" providerId="ADAL" clId="{3A372075-12A2-4AD5-9BEF-3FE314F88110}" dt="2025-12-20T23:24:04.776" v="1707" actId="1076"/>
          <ac:spMkLst>
            <pc:docMk/>
            <pc:sldMk cId="2724762302" sldId="267"/>
            <ac:spMk id="44" creationId="{CBC932C6-8566-96A7-BBFD-1E4CAE1829D9}"/>
          </ac:spMkLst>
        </pc:spChg>
        <pc:spChg chg="add mod">
          <ac:chgData name="Kyoji AWAKI" userId="97b1078a-1e2f-4439-9099-c3f0ad6ff265" providerId="ADAL" clId="{3A372075-12A2-4AD5-9BEF-3FE314F88110}" dt="2025-12-20T23:24:16.704" v="1723" actId="1076"/>
          <ac:spMkLst>
            <pc:docMk/>
            <pc:sldMk cId="2724762302" sldId="267"/>
            <ac:spMk id="46" creationId="{8FD6CCBF-F348-B7DF-47A3-05987B3F8533}"/>
          </ac:spMkLst>
        </pc:spChg>
        <pc:cxnChg chg="add mod">
          <ac:chgData name="Kyoji AWAKI" userId="97b1078a-1e2f-4439-9099-c3f0ad6ff265" providerId="ADAL" clId="{3A372075-12A2-4AD5-9BEF-3FE314F88110}" dt="2025-12-20T23:20:02.122" v="1585" actId="12789"/>
          <ac:cxnSpMkLst>
            <pc:docMk/>
            <pc:sldMk cId="2724762302" sldId="267"/>
            <ac:cxnSpMk id="12" creationId="{908643E5-457F-4572-4435-E967FA995EFB}"/>
          </ac:cxnSpMkLst>
        </pc:cxnChg>
        <pc:cxnChg chg="add mod">
          <ac:chgData name="Kyoji AWAKI" userId="97b1078a-1e2f-4439-9099-c3f0ad6ff265" providerId="ADAL" clId="{3A372075-12A2-4AD5-9BEF-3FE314F88110}" dt="2025-12-20T23:20:02.952" v="1587" actId="478"/>
          <ac:cxnSpMkLst>
            <pc:docMk/>
            <pc:sldMk cId="2724762302" sldId="267"/>
            <ac:cxnSpMk id="13" creationId="{EE8EB339-05F1-C961-6C9C-567C5AC1F1D3}"/>
          </ac:cxnSpMkLst>
        </pc:cxnChg>
        <pc:cxnChg chg="add del mod">
          <ac:chgData name="Kyoji AWAKI" userId="97b1078a-1e2f-4439-9099-c3f0ad6ff265" providerId="ADAL" clId="{3A372075-12A2-4AD5-9BEF-3FE314F88110}" dt="2025-12-20T23:20:02.952" v="1587" actId="478"/>
          <ac:cxnSpMkLst>
            <pc:docMk/>
            <pc:sldMk cId="2724762302" sldId="267"/>
            <ac:cxnSpMk id="16" creationId="{A9FF4FE9-8E72-17DA-78AA-E307F6564B43}"/>
          </ac:cxnSpMkLst>
        </pc:cxnChg>
        <pc:cxnChg chg="add mod">
          <ac:chgData name="Kyoji AWAKI" userId="97b1078a-1e2f-4439-9099-c3f0ad6ff265" providerId="ADAL" clId="{3A372075-12A2-4AD5-9BEF-3FE314F88110}" dt="2025-12-20T23:20:14.923" v="1595" actId="14100"/>
          <ac:cxnSpMkLst>
            <pc:docMk/>
            <pc:sldMk cId="2724762302" sldId="267"/>
            <ac:cxnSpMk id="24" creationId="{E368EE77-C634-FB7F-7939-402CFD4F24AD}"/>
          </ac:cxnSpMkLst>
        </pc:cxnChg>
        <pc:cxnChg chg="add mod">
          <ac:chgData name="Kyoji AWAKI" userId="97b1078a-1e2f-4439-9099-c3f0ad6ff265" providerId="ADAL" clId="{3A372075-12A2-4AD5-9BEF-3FE314F88110}" dt="2025-12-20T23:20:20.609" v="1598" actId="14100"/>
          <ac:cxnSpMkLst>
            <pc:docMk/>
            <pc:sldMk cId="2724762302" sldId="267"/>
            <ac:cxnSpMk id="28" creationId="{EC369A71-F0D8-EFCC-3DD6-959EB1985655}"/>
          </ac:cxnSpMkLst>
        </pc:cxnChg>
        <pc:cxnChg chg="add mod">
          <ac:chgData name="Kyoji AWAKI" userId="97b1078a-1e2f-4439-9099-c3f0ad6ff265" providerId="ADAL" clId="{3A372075-12A2-4AD5-9BEF-3FE314F88110}" dt="2025-12-20T23:20:24.923" v="1601" actId="14100"/>
          <ac:cxnSpMkLst>
            <pc:docMk/>
            <pc:sldMk cId="2724762302" sldId="267"/>
            <ac:cxnSpMk id="31" creationId="{F87F5C74-BF99-E742-E11B-8392453980BA}"/>
          </ac:cxnSpMkLst>
        </pc:cxnChg>
        <pc:cxnChg chg="add mod">
          <ac:chgData name="Kyoji AWAKI" userId="97b1078a-1e2f-4439-9099-c3f0ad6ff265" providerId="ADAL" clId="{3A372075-12A2-4AD5-9BEF-3FE314F88110}" dt="2025-12-20T23:21:27.437" v="1624" actId="208"/>
          <ac:cxnSpMkLst>
            <pc:docMk/>
            <pc:sldMk cId="2724762302" sldId="267"/>
            <ac:cxnSpMk id="38" creationId="{95639827-3584-DF81-7E31-C85F6A7AB477}"/>
          </ac:cxnSpMkLst>
        </pc:cxnChg>
        <pc:cxnChg chg="add mod">
          <ac:chgData name="Kyoji AWAKI" userId="97b1078a-1e2f-4439-9099-c3f0ad6ff265" providerId="ADAL" clId="{3A372075-12A2-4AD5-9BEF-3FE314F88110}" dt="2025-12-20T23:24:02.053" v="1706" actId="1076"/>
          <ac:cxnSpMkLst>
            <pc:docMk/>
            <pc:sldMk cId="2724762302" sldId="267"/>
            <ac:cxnSpMk id="45" creationId="{C65132EF-24D5-F074-4569-AF78C2BE2A57}"/>
          </ac:cxnSpMkLst>
        </pc:cxnChg>
      </pc:sldChg>
      <pc:sldChg chg="modSp add mod">
        <pc:chgData name="Kyoji AWAKI" userId="97b1078a-1e2f-4439-9099-c3f0ad6ff265" providerId="ADAL" clId="{3A372075-12A2-4AD5-9BEF-3FE314F88110}" dt="2025-12-10T00:38:25.108" v="977"/>
        <pc:sldMkLst>
          <pc:docMk/>
          <pc:sldMk cId="908924574" sldId="268"/>
        </pc:sldMkLst>
        <pc:spChg chg="mod">
          <ac:chgData name="Kyoji AWAKI" userId="97b1078a-1e2f-4439-9099-c3f0ad6ff265" providerId="ADAL" clId="{3A372075-12A2-4AD5-9BEF-3FE314F88110}" dt="2025-12-10T00:38:25.108" v="977"/>
          <ac:spMkLst>
            <pc:docMk/>
            <pc:sldMk cId="908924574" sldId="268"/>
            <ac:spMk id="2" creationId="{3D7B3184-BA83-406D-3FEF-37B76AC4AC07}"/>
          </ac:spMkLst>
        </pc:spChg>
      </pc:sldChg>
      <pc:sldChg chg="add">
        <pc:chgData name="Kyoji AWAKI" userId="97b1078a-1e2f-4439-9099-c3f0ad6ff265" providerId="ADAL" clId="{3A372075-12A2-4AD5-9BEF-3FE314F88110}" dt="2025-12-09T23:42:37.178" v="0"/>
        <pc:sldMkLst>
          <pc:docMk/>
          <pc:sldMk cId="2805266100" sldId="269"/>
        </pc:sldMkLst>
      </pc:sldChg>
      <pc:sldChg chg="modSp new mod">
        <pc:chgData name="Kyoji AWAKI" userId="97b1078a-1e2f-4439-9099-c3f0ad6ff265" providerId="ADAL" clId="{3A372075-12A2-4AD5-9BEF-3FE314F88110}" dt="2025-12-21T09:49:36.674" v="1729" actId="20577"/>
        <pc:sldMkLst>
          <pc:docMk/>
          <pc:sldMk cId="3819048586" sldId="270"/>
        </pc:sldMkLst>
        <pc:spChg chg="mod">
          <ac:chgData name="Kyoji AWAKI" userId="97b1078a-1e2f-4439-9099-c3f0ad6ff265" providerId="ADAL" clId="{3A372075-12A2-4AD5-9BEF-3FE314F88110}" dt="2025-12-21T09:49:36.674" v="1729" actId="20577"/>
          <ac:spMkLst>
            <pc:docMk/>
            <pc:sldMk cId="3819048586" sldId="270"/>
            <ac:spMk id="2" creationId="{D2703F45-FACB-02CE-2539-521CF47F864B}"/>
          </ac:spMkLst>
        </pc:spChg>
        <pc:spChg chg="mod">
          <ac:chgData name="Kyoji AWAKI" userId="97b1078a-1e2f-4439-9099-c3f0ad6ff265" providerId="ADAL" clId="{3A372075-12A2-4AD5-9BEF-3FE314F88110}" dt="2025-12-09T23:58:59.515" v="162" actId="20577"/>
          <ac:spMkLst>
            <pc:docMk/>
            <pc:sldMk cId="3819048586" sldId="270"/>
            <ac:spMk id="4" creationId="{4CDB9D24-912E-C3C4-015D-EA3A79FBF8CF}"/>
          </ac:spMkLst>
        </pc:spChg>
      </pc:sldChg>
      <pc:sldChg chg="addSp modSp new mod">
        <pc:chgData name="Kyoji AWAKI" userId="97b1078a-1e2f-4439-9099-c3f0ad6ff265" providerId="ADAL" clId="{3A372075-12A2-4AD5-9BEF-3FE314F88110}" dt="2025-12-20T23:16:13.598" v="1428" actId="14100"/>
        <pc:sldMkLst>
          <pc:docMk/>
          <pc:sldMk cId="4292081889" sldId="271"/>
        </pc:sldMkLst>
        <pc:spChg chg="mod">
          <ac:chgData name="Kyoji AWAKI" userId="97b1078a-1e2f-4439-9099-c3f0ad6ff265" providerId="ADAL" clId="{3A372075-12A2-4AD5-9BEF-3FE314F88110}" dt="2025-12-20T23:16:13.598" v="1428" actId="14100"/>
          <ac:spMkLst>
            <pc:docMk/>
            <pc:sldMk cId="4292081889" sldId="271"/>
            <ac:spMk id="2" creationId="{06C9D3B8-1E3C-6286-38CC-A6526B4ECD83}"/>
          </ac:spMkLst>
        </pc:spChg>
        <pc:spChg chg="mod">
          <ac:chgData name="Kyoji AWAKI" userId="97b1078a-1e2f-4439-9099-c3f0ad6ff265" providerId="ADAL" clId="{3A372075-12A2-4AD5-9BEF-3FE314F88110}" dt="2025-12-20T23:08:20.899" v="1262" actId="20577"/>
          <ac:spMkLst>
            <pc:docMk/>
            <pc:sldMk cId="4292081889" sldId="271"/>
            <ac:spMk id="4" creationId="{44D92F39-9F47-7FB9-E2F4-CC9565DB1260}"/>
          </ac:spMkLst>
        </pc:spChg>
        <pc:spChg chg="add mod">
          <ac:chgData name="Kyoji AWAKI" userId="97b1078a-1e2f-4439-9099-c3f0ad6ff265" providerId="ADAL" clId="{3A372075-12A2-4AD5-9BEF-3FE314F88110}" dt="2025-12-20T23:16:10.383" v="1426" actId="1076"/>
          <ac:spMkLst>
            <pc:docMk/>
            <pc:sldMk cId="4292081889" sldId="271"/>
            <ac:spMk id="5" creationId="{9B75BE64-6C72-F396-B83A-5C6E2FE96994}"/>
          </ac:spMkLst>
        </pc:spChg>
      </pc:sldChg>
    </pc:docChg>
  </pc:docChgLst>
  <pc:docChgLst>
    <pc:chgData name="Kyoji AWAKI" userId="97b1078a-1e2f-4439-9099-c3f0ad6ff265" providerId="ADAL" clId="{C809BAC5-3356-456F-9B10-AF506ACF0873}"/>
    <pc:docChg chg="undo custSel addSld delSld modSld">
      <pc:chgData name="Kyoji AWAKI" userId="97b1078a-1e2f-4439-9099-c3f0ad6ff265" providerId="ADAL" clId="{C809BAC5-3356-456F-9B10-AF506ACF0873}" dt="2025-12-22T06:12:40.324" v="544" actId="20577"/>
      <pc:docMkLst>
        <pc:docMk/>
      </pc:docMkLst>
      <pc:sldChg chg="modSp mod">
        <pc:chgData name="Kyoji AWAKI" userId="97b1078a-1e2f-4439-9099-c3f0ad6ff265" providerId="ADAL" clId="{C809BAC5-3356-456F-9B10-AF506ACF0873}" dt="2025-12-22T06:01:57.474" v="508" actId="1076"/>
        <pc:sldMkLst>
          <pc:docMk/>
          <pc:sldMk cId="2731724497" sldId="264"/>
        </pc:sldMkLst>
        <pc:spChg chg="mod">
          <ac:chgData name="Kyoji AWAKI" userId="97b1078a-1e2f-4439-9099-c3f0ad6ff265" providerId="ADAL" clId="{C809BAC5-3356-456F-9B10-AF506ACF0873}" dt="2025-12-22T06:01:57.474" v="508" actId="1076"/>
          <ac:spMkLst>
            <pc:docMk/>
            <pc:sldMk cId="2731724497" sldId="264"/>
            <ac:spMk id="5" creationId="{A56ECF10-301A-C454-4665-DBC0A37D15AB}"/>
          </ac:spMkLst>
        </pc:spChg>
      </pc:sldChg>
      <pc:sldChg chg="modSp mod">
        <pc:chgData name="Kyoji AWAKI" userId="97b1078a-1e2f-4439-9099-c3f0ad6ff265" providerId="ADAL" clId="{C809BAC5-3356-456F-9B10-AF506ACF0873}" dt="2025-12-22T06:02:07.561" v="517" actId="20577"/>
        <pc:sldMkLst>
          <pc:docMk/>
          <pc:sldMk cId="2724762302" sldId="267"/>
        </pc:sldMkLst>
        <pc:spChg chg="mod">
          <ac:chgData name="Kyoji AWAKI" userId="97b1078a-1e2f-4439-9099-c3f0ad6ff265" providerId="ADAL" clId="{C809BAC5-3356-456F-9B10-AF506ACF0873}" dt="2025-12-22T06:02:07.561" v="517" actId="20577"/>
          <ac:spMkLst>
            <pc:docMk/>
            <pc:sldMk cId="2724762302" sldId="267"/>
            <ac:spMk id="4" creationId="{560B8EE8-B50F-AF98-633A-1225415FF391}"/>
          </ac:spMkLst>
        </pc:spChg>
      </pc:sldChg>
      <pc:sldChg chg="modSp mod">
        <pc:chgData name="Kyoji AWAKI" userId="97b1078a-1e2f-4439-9099-c3f0ad6ff265" providerId="ADAL" clId="{C809BAC5-3356-456F-9B10-AF506ACF0873}" dt="2025-12-22T06:12:40.324" v="544" actId="20577"/>
        <pc:sldMkLst>
          <pc:docMk/>
          <pc:sldMk cId="3819048586" sldId="270"/>
        </pc:sldMkLst>
        <pc:spChg chg="mod">
          <ac:chgData name="Kyoji AWAKI" userId="97b1078a-1e2f-4439-9099-c3f0ad6ff265" providerId="ADAL" clId="{C809BAC5-3356-456F-9B10-AF506ACF0873}" dt="2025-12-22T06:12:40.324" v="544" actId="20577"/>
          <ac:spMkLst>
            <pc:docMk/>
            <pc:sldMk cId="3819048586" sldId="270"/>
            <ac:spMk id="2" creationId="{D2703F45-FACB-02CE-2539-521CF47F864B}"/>
          </ac:spMkLst>
        </pc:spChg>
      </pc:sldChg>
      <pc:sldChg chg="mod modShow">
        <pc:chgData name="Kyoji AWAKI" userId="97b1078a-1e2f-4439-9099-c3f0ad6ff265" providerId="ADAL" clId="{C809BAC5-3356-456F-9B10-AF506ACF0873}" dt="2025-12-22T06:02:15.099" v="518" actId="729"/>
        <pc:sldMkLst>
          <pc:docMk/>
          <pc:sldMk cId="4292081889" sldId="271"/>
        </pc:sldMkLst>
      </pc:sldChg>
      <pc:sldChg chg="modSp new del mod">
        <pc:chgData name="Kyoji AWAKI" userId="97b1078a-1e2f-4439-9099-c3f0ad6ff265" providerId="ADAL" clId="{C809BAC5-3356-456F-9B10-AF506ACF0873}" dt="2025-12-22T06:01:15.170" v="505" actId="47"/>
        <pc:sldMkLst>
          <pc:docMk/>
          <pc:sldMk cId="3348399659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7B88DB-FA9D-4CDD-BEC2-8A782A149B09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C8CE26-C1B7-4CA4-8AF3-C6E173928B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9029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Motivation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ja-JP" dirty="0"/>
              <a:t>MLP</a:t>
            </a:r>
            <a:r>
              <a:rPr kumimoji="1" lang="ja-JP" altLang="en-US" dirty="0"/>
              <a:t>は深層モデル</a:t>
            </a:r>
            <a:r>
              <a:rPr kumimoji="1" lang="en-US" altLang="ja-JP" dirty="0"/>
              <a:t>(CNN, Transformer)</a:t>
            </a:r>
            <a:r>
              <a:rPr kumimoji="1" lang="ja-JP" altLang="en-US" dirty="0"/>
              <a:t>の基礎要素である。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ja-JP" dirty="0"/>
              <a:t>MLP</a:t>
            </a:r>
            <a:r>
              <a:rPr kumimoji="1" lang="ja-JP" altLang="en-US" dirty="0"/>
              <a:t>の高速化→多様な応用</a:t>
            </a:r>
            <a:r>
              <a:rPr kumimoji="1" lang="en-US" altLang="ja-JP" dirty="0"/>
              <a:t>(</a:t>
            </a:r>
            <a:r>
              <a:rPr kumimoji="1" lang="ja-JP" altLang="en-US" dirty="0"/>
              <a:t>画像・音声・センサ処理</a:t>
            </a:r>
            <a:r>
              <a:rPr kumimoji="1" lang="en-US" altLang="ja-JP" dirty="0"/>
              <a:t>)</a:t>
            </a:r>
            <a:r>
              <a:rPr kumimoji="1" lang="ja-JP" altLang="en-US" dirty="0"/>
              <a:t>が可能。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ja-JP" dirty="0"/>
              <a:t>MLP </a:t>
            </a:r>
            <a:r>
              <a:rPr kumimoji="1" lang="ja-JP" altLang="en-US" dirty="0"/>
              <a:t>に特化したハードウェアによって内積処理を並列化し、レイテンシ短縮を狙う。</a:t>
            </a:r>
          </a:p>
          <a:p>
            <a:endParaRPr kumimoji="1" lang="ja-JP" altLang="en-US" dirty="0"/>
          </a:p>
          <a:p>
            <a:r>
              <a:rPr kumimoji="1" lang="en-US" altLang="ja-JP" dirty="0"/>
              <a:t>Why ASIC?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ja-JP" dirty="0"/>
              <a:t>MLP </a:t>
            </a:r>
            <a:r>
              <a:rPr kumimoji="1" lang="ja-JP" altLang="en-US" dirty="0"/>
              <a:t>の行列・ベクトル積に特化した </a:t>
            </a:r>
            <a:r>
              <a:rPr kumimoji="1" lang="en-US" altLang="ja-JP" dirty="0"/>
              <a:t>8×8 OPU </a:t>
            </a:r>
            <a:r>
              <a:rPr kumimoji="1" lang="ja-JP" altLang="en-US" dirty="0"/>
              <a:t>アレイを構成でき、</a:t>
            </a:r>
            <a:r>
              <a:rPr kumimoji="1" lang="en-US" altLang="ja-JP" dirty="0"/>
              <a:t>CPU </a:t>
            </a:r>
            <a:r>
              <a:rPr kumimoji="1" lang="ja-JP" altLang="en-US" dirty="0"/>
              <a:t>のような命令フェッチ／デコードのオーバーヘッドがないため高スループットが期待される。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C8CE26-C1B7-4CA4-8AF3-C6E173928BC9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1812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ノート プレースホルダー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定義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入力層・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つ以上の隠れ層・出力層からなる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各層のニューロンが全結合された順伝播型ニューラルネットワーク</a:t>
                </a:r>
                <a:endParaRPr kumimoji="1" lang="en-US" altLang="ja-JP" dirty="0"/>
              </a:p>
              <a:p>
                <a:r>
                  <a:rPr kumimoji="1" lang="ja-JP" altLang="en-US" dirty="0"/>
                  <a:t>各ニューロンの計算</a:t>
                </a:r>
                <a:endParaRPr kumimoji="1" lang="en-US" altLang="ja-JP" dirty="0"/>
              </a:p>
              <a:p>
                <a:pPr marL="3063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kumimoji="1" lang="en-US" altLang="ja-JP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i="1" dirty="0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kumimoji="1" lang="en-US" altLang="ja-JP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i="1" dirty="0" err="1" smtClean="0">
                          <a:latin typeface="Cambria Math" panose="02040503050406030204" pitchFamily="18" charset="0"/>
                        </a:rPr>
                        <m:t>𝑊𝑥</m:t>
                      </m:r>
                      <m:r>
                        <a:rPr kumimoji="1" lang="en-US" altLang="ja-JP" i="1" dirty="0" err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i="1" dirty="0" err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kumimoji="1" lang="en-US" altLang="ja-JP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kumimoji="1" lang="ja-JP" alt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ja-JP" altLang="en-US" dirty="0"/>
              </a:p>
              <a:p>
                <a:pPr lvl="1"/>
                <a:r>
                  <a:rPr kumimoji="1" lang="en-US" altLang="ja-JP" dirty="0"/>
                  <a:t>x: </a:t>
                </a:r>
                <a:r>
                  <a:rPr kumimoji="1" lang="ja-JP" altLang="en-US" dirty="0"/>
                  <a:t>入力ベクトル</a:t>
                </a:r>
                <a:endParaRPr kumimoji="1" lang="en-US" altLang="ja-JP" dirty="0"/>
              </a:p>
              <a:p>
                <a:pPr lvl="1"/>
                <a:r>
                  <a:rPr kumimoji="1" lang="en-US" altLang="ja-JP" dirty="0"/>
                  <a:t>W, b: </a:t>
                </a:r>
                <a:r>
                  <a:rPr kumimoji="1" lang="ja-JP" altLang="en-US" dirty="0"/>
                  <a:t>学習される重み・バイアス</a:t>
                </a:r>
                <a:endParaRPr kumimoji="1" lang="en-US" altLang="ja-JP" dirty="0"/>
              </a:p>
              <a:p>
                <a:pPr lvl="1"/>
                <a:r>
                  <a:rPr kumimoji="1" lang="en-US" altLang="ja-JP" dirty="0"/>
                  <a:t>σ: </a:t>
                </a:r>
                <a:r>
                  <a:rPr kumimoji="1" lang="ja-JP" altLang="en-US" dirty="0"/>
                  <a:t>非線形活性化関数（</a:t>
                </a:r>
                <a:r>
                  <a:rPr kumimoji="1" lang="en-US" altLang="ja-JP" dirty="0" err="1"/>
                  <a:t>ReLU</a:t>
                </a:r>
                <a:r>
                  <a:rPr kumimoji="1" lang="ja-JP" altLang="en-US" dirty="0"/>
                  <a:t>）</a:t>
                </a:r>
                <a:endParaRPr kumimoji="1" lang="en-US" altLang="ja-JP" dirty="0"/>
              </a:p>
              <a:p>
                <a:r>
                  <a:rPr kumimoji="1" lang="ja-JP" altLang="en-US" dirty="0"/>
                  <a:t>なぜ隠れ層＋非線形が重要か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単層パーセプトロンでは線形分離可能な問題しか解けない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隠れ層と非線形活性化により、複雑な非線形関数を近似可能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普遍近似定理：十分なユニット数を持つ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隠れ層</a:t>
                </a:r>
                <a:r>
                  <a:rPr kumimoji="1" lang="en-US" altLang="ja-JP" dirty="0"/>
                  <a:t>MLP</a:t>
                </a:r>
                <a:r>
                  <a:rPr kumimoji="1" lang="ja-JP" altLang="en-US" dirty="0"/>
                  <a:t>は、任意の連続関数を任意精度で近似できる </a:t>
                </a:r>
                <a:endParaRPr kumimoji="1" lang="en-US" altLang="ja-JP" dirty="0"/>
              </a:p>
              <a:p>
                <a:r>
                  <a:rPr kumimoji="1" lang="ja-JP" altLang="en-US" dirty="0"/>
                  <a:t>学習方法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損失関数（例：クロスエントロピー、</a:t>
                </a:r>
                <a:r>
                  <a:rPr kumimoji="1" lang="en-US" altLang="ja-JP" dirty="0"/>
                  <a:t>MSE</a:t>
                </a:r>
                <a:r>
                  <a:rPr kumimoji="1" lang="ja-JP" altLang="en-US" dirty="0"/>
                  <a:t>）を定義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誤差をバックプロパゲーション＋勾配降下法で逆伝播させ、</a:t>
                </a:r>
                <a:r>
                  <a:rPr kumimoji="1" lang="en-US" altLang="ja-JP" dirty="0" err="1"/>
                  <a:t>W,b</a:t>
                </a:r>
                <a:r>
                  <a:rPr kumimoji="1" lang="en-US" altLang="ja-JP" dirty="0"/>
                  <a:t> </a:t>
                </a:r>
                <a:r>
                  <a:rPr kumimoji="1" lang="ja-JP" altLang="en-US" dirty="0"/>
                  <a:t>を更新</a:t>
                </a:r>
                <a:endParaRPr kumimoji="1" lang="en-US" altLang="ja-JP" dirty="0"/>
              </a:p>
              <a:p>
                <a:r>
                  <a:rPr kumimoji="1" lang="ja-JP" altLang="en-US" dirty="0"/>
                  <a:t>主な用途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分類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回帰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より複雑な深層モデルの基礎ブロック</a:t>
                </a:r>
              </a:p>
              <a:p>
                <a:endParaRPr kumimoji="1" lang="ja-JP" altLang="en-US" dirty="0"/>
              </a:p>
            </p:txBody>
          </p:sp>
        </mc:Choice>
        <mc:Fallback xmlns="">
          <p:sp>
            <p:nvSpPr>
              <p:cNvPr id="3" name="ノート プレースホルダー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定義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入力層・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つ以上の隠れ層・出力層からなる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各層のニューロンが全結合された順伝播型ニューラルネットワーク</a:t>
                </a:r>
                <a:endParaRPr kumimoji="1" lang="en-US" altLang="ja-JP" dirty="0"/>
              </a:p>
              <a:p>
                <a:r>
                  <a:rPr kumimoji="1" lang="ja-JP" altLang="en-US" dirty="0"/>
                  <a:t>各ニューロンの計算</a:t>
                </a:r>
                <a:endParaRPr kumimoji="1" lang="en-US" altLang="ja-JP" dirty="0"/>
              </a:p>
              <a:p>
                <a:pPr marL="306387" lvl="1" indent="0">
                  <a:buNone/>
                </a:pPr>
                <a:r>
                  <a:rPr kumimoji="1" lang="en-US" altLang="ja-JP" i="0" dirty="0">
                    <a:latin typeface="Cambria Math" panose="02040503050406030204" pitchFamily="18" charset="0"/>
                  </a:rPr>
                  <a:t>ℎ=𝜎(</a:t>
                </a:r>
                <a:r>
                  <a:rPr kumimoji="1" lang="en-US" altLang="ja-JP" i="0" dirty="0" err="1">
                    <a:latin typeface="Cambria Math" panose="02040503050406030204" pitchFamily="18" charset="0"/>
                  </a:rPr>
                  <a:t>𝑊𝑥+𝑏</a:t>
                </a:r>
                <a:r>
                  <a:rPr kumimoji="1" lang="en-US" altLang="ja-JP" i="0" dirty="0">
                    <a:latin typeface="Cambria Math" panose="02040503050406030204" pitchFamily="18" charset="0"/>
                  </a:rPr>
                  <a:t>)</a:t>
                </a:r>
                <a:r>
                  <a:rPr kumimoji="1" lang="ja-JP" altLang="en-US" i="0" dirty="0">
                    <a:latin typeface="Cambria Math" panose="02040503050406030204" pitchFamily="18" charset="0"/>
                  </a:rPr>
                  <a:t>𝑥</a:t>
                </a:r>
                <a:endParaRPr kumimoji="1" lang="ja-JP" altLang="en-US" dirty="0"/>
              </a:p>
              <a:p>
                <a:pPr lvl="1"/>
                <a:r>
                  <a:rPr kumimoji="1" lang="en-US" altLang="ja-JP" dirty="0"/>
                  <a:t>x: </a:t>
                </a:r>
                <a:r>
                  <a:rPr kumimoji="1" lang="ja-JP" altLang="en-US" dirty="0"/>
                  <a:t>入力ベクトル</a:t>
                </a:r>
                <a:endParaRPr kumimoji="1" lang="en-US" altLang="ja-JP" dirty="0"/>
              </a:p>
              <a:p>
                <a:pPr lvl="1"/>
                <a:r>
                  <a:rPr kumimoji="1" lang="en-US" altLang="ja-JP" dirty="0"/>
                  <a:t>W, b: </a:t>
                </a:r>
                <a:r>
                  <a:rPr kumimoji="1" lang="ja-JP" altLang="en-US" dirty="0"/>
                  <a:t>学習される重み・バイアス</a:t>
                </a:r>
                <a:endParaRPr kumimoji="1" lang="en-US" altLang="ja-JP" dirty="0"/>
              </a:p>
              <a:p>
                <a:pPr lvl="1"/>
                <a:r>
                  <a:rPr kumimoji="1" lang="en-US" altLang="ja-JP" dirty="0"/>
                  <a:t>σ: </a:t>
                </a:r>
                <a:r>
                  <a:rPr kumimoji="1" lang="ja-JP" altLang="en-US" dirty="0"/>
                  <a:t>非線形活性化関数（</a:t>
                </a:r>
                <a:r>
                  <a:rPr kumimoji="1" lang="en-US" altLang="ja-JP" dirty="0" err="1"/>
                  <a:t>ReLU</a:t>
                </a:r>
                <a:r>
                  <a:rPr kumimoji="1" lang="ja-JP" altLang="en-US" dirty="0"/>
                  <a:t>）</a:t>
                </a:r>
                <a:endParaRPr kumimoji="1" lang="en-US" altLang="ja-JP" dirty="0"/>
              </a:p>
              <a:p>
                <a:r>
                  <a:rPr kumimoji="1" lang="ja-JP" altLang="en-US" dirty="0"/>
                  <a:t>なぜ隠れ層＋非線形が重要か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単層パーセプトロンでは線形分離可能な問題しか解けない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隠れ層と非線形活性化により、複雑な非線形関数を近似可能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普遍近似定理：十分なユニット数を持つ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隠れ層</a:t>
                </a:r>
                <a:r>
                  <a:rPr kumimoji="1" lang="en-US" altLang="ja-JP" dirty="0"/>
                  <a:t>MLP</a:t>
                </a:r>
                <a:r>
                  <a:rPr kumimoji="1" lang="ja-JP" altLang="en-US" dirty="0"/>
                  <a:t>は、任意の連続関数を任意精度で近似できる </a:t>
                </a:r>
                <a:endParaRPr kumimoji="1" lang="en-US" altLang="ja-JP" dirty="0"/>
              </a:p>
              <a:p>
                <a:r>
                  <a:rPr kumimoji="1" lang="ja-JP" altLang="en-US" dirty="0"/>
                  <a:t>学習方法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損失関数（例：クロスエントロピー、</a:t>
                </a:r>
                <a:r>
                  <a:rPr kumimoji="1" lang="en-US" altLang="ja-JP" dirty="0"/>
                  <a:t>MSE</a:t>
                </a:r>
                <a:r>
                  <a:rPr kumimoji="1" lang="ja-JP" altLang="en-US" dirty="0"/>
                  <a:t>）を定義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誤差をバックプロパゲーション＋勾配降下法で逆伝播させ、</a:t>
                </a:r>
                <a:r>
                  <a:rPr kumimoji="1" lang="en-US" altLang="ja-JP" dirty="0" err="1"/>
                  <a:t>W,b</a:t>
                </a:r>
                <a:r>
                  <a:rPr kumimoji="1" lang="en-US" altLang="ja-JP" dirty="0"/>
                  <a:t> </a:t>
                </a:r>
                <a:r>
                  <a:rPr kumimoji="1" lang="ja-JP" altLang="en-US" dirty="0"/>
                  <a:t>を更新</a:t>
                </a:r>
                <a:endParaRPr kumimoji="1" lang="en-US" altLang="ja-JP" dirty="0"/>
              </a:p>
              <a:p>
                <a:r>
                  <a:rPr kumimoji="1" lang="ja-JP" altLang="en-US" dirty="0"/>
                  <a:t>主な用途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分類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回帰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より複雑な深層モデルの基礎ブロック</a:t>
                </a:r>
              </a:p>
              <a:p>
                <a:endParaRPr kumimoji="1" lang="ja-JP" altLang="en-US" dirty="0"/>
              </a:p>
            </p:txBody>
          </p:sp>
        </mc:Fallback>
      </mc:AlternateContent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C8CE26-C1B7-4CA4-8AF3-C6E173928BC9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48391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51827-712E-83D5-6C89-7569B1621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DF4B34A-49F1-7243-BFD3-8C1E5BC166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8C9C543-AA36-4342-5004-DC2534425A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639EBBF-8026-67C7-F7CF-73F67122AA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C8CE26-C1B7-4CA4-8AF3-C6E173928BC9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3802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6E8B9A9-B003-1E49-15E9-A5224EA88A72}"/>
              </a:ext>
            </a:extLst>
          </p:cNvPr>
          <p:cNvSpPr/>
          <p:nvPr/>
        </p:nvSpPr>
        <p:spPr>
          <a:xfrm>
            <a:off x="0" y="0"/>
            <a:ext cx="12192000" cy="4761828"/>
          </a:xfrm>
          <a:prstGeom prst="rect">
            <a:avLst/>
          </a:prstGeom>
          <a:solidFill>
            <a:srgbClr val="002060"/>
          </a:solidFill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500" y="960699"/>
            <a:ext cx="11809312" cy="2933028"/>
          </a:xfrm>
          <a:prstGeom prst="rect">
            <a:avLst/>
          </a:prstGeom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1344" y="4896091"/>
            <a:ext cx="11809312" cy="1183510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B3ABFEF-B720-94DB-0548-94ACBB7B804F}"/>
              </a:ext>
            </a:extLst>
          </p:cNvPr>
          <p:cNvSpPr/>
          <p:nvPr/>
        </p:nvSpPr>
        <p:spPr>
          <a:xfrm>
            <a:off x="0" y="0"/>
            <a:ext cx="12192000" cy="4761828"/>
          </a:xfrm>
          <a:prstGeom prst="rect">
            <a:avLst/>
          </a:prstGeom>
          <a:solidFill>
            <a:srgbClr val="002060"/>
          </a:solidFill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9D756773-9611-E030-5B51-D4FEAC7224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2774" y="184924"/>
            <a:ext cx="4409440" cy="4409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E982B3B9-4929-D68F-4208-3FD4CC5670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69470" y="6184850"/>
            <a:ext cx="2743200" cy="571359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</a:lstStyle>
          <a:p>
            <a:fld id="{BD5AA126-40BA-49D0-8827-5761D56CFA7B}" type="datetime1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500" y="260062"/>
            <a:ext cx="5423222" cy="41127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ctr">
              <a:defRPr sz="2000" b="1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2913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D5CB1C4-A92B-4D20-312B-C804FFB6E262}"/>
              </a:ext>
            </a:extLst>
          </p:cNvPr>
          <p:cNvSpPr/>
          <p:nvPr/>
        </p:nvSpPr>
        <p:spPr>
          <a:xfrm>
            <a:off x="0" y="0"/>
            <a:ext cx="12192000" cy="1076446"/>
          </a:xfrm>
          <a:prstGeom prst="rect">
            <a:avLst/>
          </a:prstGeom>
          <a:solidFill>
            <a:srgbClr val="002060"/>
          </a:solidFill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4FB0151-1B0B-2065-45A3-3F32E8828F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6240" y="2995295"/>
            <a:ext cx="3931920" cy="3740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344" y="1193078"/>
            <a:ext cx="11809312" cy="5548289"/>
          </a:xfrm>
        </p:spPr>
        <p:txBody>
          <a:bodyPr>
            <a:normAutofit/>
          </a:bodyPr>
          <a:lstStyle>
            <a:lvl1pPr marL="358775" indent="-358775">
              <a:defRPr sz="2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625475" indent="-319088">
              <a:defRPr sz="24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890588" indent="-311150"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168400" indent="-317500">
              <a:defRPr sz="18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435100" indent="-320675">
              <a:defRPr sz="18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5E6AC7C-91E8-4496-BCEC-914588B0A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651" y="46300"/>
            <a:ext cx="1051005" cy="1030146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algn="r">
              <a:defRPr sz="32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7CF97BDF-BBE8-459F-AB46-F09C8B0A9A6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5F679DF-794E-5AA6-536A-160FDD460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46300"/>
            <a:ext cx="10758307" cy="995423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6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399C52-4AF7-4BBF-8B83-8A3AA37A7047}" type="datetime1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F97BDF-BBE8-459F-AB46-F09C8B0A9A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3072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344" y="116633"/>
            <a:ext cx="10758307" cy="648072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A915586-6A2A-46E6-B8F7-209115F20AAB}" type="datetime1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F97BDF-BBE8-459F-AB46-F09C8B0A9A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7876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0E37F7-E66F-4E3E-9DE6-51955E550192}" type="datetime1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F97BDF-BBE8-459F-AB46-F09C8B0A9A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7596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344" y="116633"/>
            <a:ext cx="10758307" cy="648072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6C066B-637E-4711-A017-1D202516B419}" type="datetime1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F97BDF-BBE8-459F-AB46-F09C8B0A9A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622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0CDBE3-6D56-4D72-B1AF-93CEBAF56DDE}" type="datetime1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F97BDF-BBE8-459F-AB46-F09C8B0A9A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4116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E4D057-593C-48C1-A839-C21915D75991}" type="datetime1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F97BDF-BBE8-459F-AB46-F09C8B0A9A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2279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CD3A080-2354-4D56-9C07-302D40ADAC1E}" type="datetime1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F97BDF-BBE8-459F-AB46-F09C8B0A9A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5072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344" y="116633"/>
            <a:ext cx="10758307" cy="648072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8AE283-B754-4183-B8F1-2D163B9FF76A}" type="datetime1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F97BDF-BBE8-459F-AB46-F09C8B0A9A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8191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B24D328-F253-4EC4-9A09-EAB03EEC784B}" type="datetime1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F97BDF-BBE8-459F-AB46-F09C8B0A9A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4829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1344" y="908720"/>
            <a:ext cx="11809312" cy="5268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635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600" b="1" kern="1200">
          <a:solidFill>
            <a:srgbClr val="0070C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bg2">
            <a:lumMod val="25000"/>
          </a:schemeClr>
        </a:buClr>
        <a:buFont typeface="Wingdings" panose="05000000000000000000" pitchFamily="2" charset="2"/>
        <a:buChar char="p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4988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25000"/>
          </a:schemeClr>
        </a:buClr>
        <a:buFont typeface="Wingdings" panose="05000000000000000000" pitchFamily="2" charset="2"/>
        <a:buChar char="n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8038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25000"/>
          </a:schemeClr>
        </a:buClr>
        <a:buFont typeface="Wingdings" panose="05000000000000000000" pitchFamily="2" charset="2"/>
        <a:buChar char="p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795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25000"/>
          </a:schemeClr>
        </a:buClr>
        <a:buFont typeface="Wingdings" panose="05000000000000000000" pitchFamily="2" charset="2"/>
        <a:buChar char="n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43025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25000"/>
          </a:schemeClr>
        </a:buClr>
        <a:buFont typeface="Wingdings" panose="05000000000000000000" pitchFamily="2" charset="2"/>
        <a:buChar char="p"/>
        <a:tabLst>
          <a:tab pos="1343025" algn="l"/>
        </a:tabLst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747AB95B-95DD-4410-8F83-049679244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1193078"/>
            <a:ext cx="5904656" cy="5548289"/>
          </a:xfrm>
        </p:spPr>
        <p:txBody>
          <a:bodyPr>
            <a:normAutofit fontScale="92500" lnSpcReduction="10000"/>
          </a:bodyPr>
          <a:lstStyle/>
          <a:p>
            <a:r>
              <a:rPr lang="en-US" altLang="ja-JP" dirty="0"/>
              <a:t>12</a:t>
            </a:r>
            <a:r>
              <a:rPr lang="ja-JP" altLang="en-US" dirty="0"/>
              <a:t>月</a:t>
            </a:r>
            <a:r>
              <a:rPr lang="en-US" altLang="ja-JP" dirty="0"/>
              <a:t>8</a:t>
            </a:r>
            <a:r>
              <a:rPr lang="ja-JP" altLang="en-US" dirty="0"/>
              <a:t>日～</a:t>
            </a:r>
            <a:r>
              <a:rPr lang="en-US" altLang="ja-JP" dirty="0"/>
              <a:t>21</a:t>
            </a:r>
            <a:r>
              <a:rPr lang="ja-JP" altLang="en-US" dirty="0"/>
              <a:t>日</a:t>
            </a:r>
          </a:p>
          <a:p>
            <a:pPr lvl="1"/>
            <a:r>
              <a:rPr lang="ja-JP" altLang="en-US" dirty="0"/>
              <a:t> アプリケーションの決定</a:t>
            </a:r>
          </a:p>
          <a:p>
            <a:pPr lvl="1"/>
            <a:r>
              <a:rPr lang="ja-JP" altLang="en-US" dirty="0"/>
              <a:t> ツール実行のためのセットアップ</a:t>
            </a:r>
          </a:p>
          <a:p>
            <a:pPr lvl="1"/>
            <a:r>
              <a:rPr lang="ja-JP" altLang="en-US" dirty="0"/>
              <a:t> 勉強</a:t>
            </a:r>
          </a:p>
          <a:p>
            <a:pPr lvl="1"/>
            <a:r>
              <a:rPr lang="ja-JP" altLang="en-US" dirty="0"/>
              <a:t> シミュレーションと論理合成</a:t>
            </a:r>
          </a:p>
          <a:p>
            <a:r>
              <a:rPr lang="en-US" altLang="ja-JP" dirty="0"/>
              <a:t>12</a:t>
            </a:r>
            <a:r>
              <a:rPr lang="ja-JP" altLang="en-US" dirty="0"/>
              <a:t>月</a:t>
            </a:r>
            <a:r>
              <a:rPr lang="en-US" altLang="ja-JP" dirty="0"/>
              <a:t>22</a:t>
            </a:r>
            <a:r>
              <a:rPr lang="ja-JP" altLang="en-US" dirty="0"/>
              <a:t>日～</a:t>
            </a:r>
            <a:r>
              <a:rPr lang="en-US" altLang="ja-JP" dirty="0"/>
              <a:t>1</a:t>
            </a:r>
            <a:r>
              <a:rPr lang="ja-JP" altLang="en-US" dirty="0"/>
              <a:t>月</a:t>
            </a:r>
            <a:r>
              <a:rPr lang="en-US" altLang="ja-JP" dirty="0"/>
              <a:t>4</a:t>
            </a:r>
            <a:r>
              <a:rPr lang="ja-JP" altLang="en-US" dirty="0"/>
              <a:t>日</a:t>
            </a:r>
          </a:p>
          <a:p>
            <a:pPr lvl="1"/>
            <a:r>
              <a:rPr lang="ja-JP" altLang="en-US" dirty="0"/>
              <a:t> 論理合成、レイアウト合成、シミュレーション</a:t>
            </a:r>
          </a:p>
          <a:p>
            <a:r>
              <a:rPr lang="en-US" altLang="ja-JP" dirty="0"/>
              <a:t>1</a:t>
            </a:r>
            <a:r>
              <a:rPr lang="ja-JP" altLang="en-US" dirty="0"/>
              <a:t>月</a:t>
            </a:r>
            <a:r>
              <a:rPr lang="en-US" altLang="ja-JP" dirty="0"/>
              <a:t>5</a:t>
            </a:r>
            <a:r>
              <a:rPr lang="ja-JP" altLang="en-US" dirty="0"/>
              <a:t>日～</a:t>
            </a:r>
            <a:r>
              <a:rPr lang="en-US" altLang="ja-JP" dirty="0"/>
              <a:t>1</a:t>
            </a:r>
            <a:r>
              <a:rPr lang="ja-JP" altLang="en-US" dirty="0"/>
              <a:t>月</a:t>
            </a:r>
            <a:r>
              <a:rPr lang="en-US" altLang="ja-JP" dirty="0"/>
              <a:t>18</a:t>
            </a:r>
            <a:r>
              <a:rPr lang="ja-JP" altLang="en-US" dirty="0"/>
              <a:t>日</a:t>
            </a:r>
          </a:p>
          <a:p>
            <a:pPr lvl="1"/>
            <a:r>
              <a:rPr lang="ja-JP" altLang="en-US" dirty="0"/>
              <a:t> レイアウト合成、静的タイミング解析、シミュレーション</a:t>
            </a:r>
          </a:p>
          <a:p>
            <a:r>
              <a:rPr lang="en-US" altLang="ja-JP" dirty="0"/>
              <a:t>1</a:t>
            </a:r>
            <a:r>
              <a:rPr lang="ja-JP" altLang="en-US" dirty="0"/>
              <a:t>月</a:t>
            </a:r>
            <a:r>
              <a:rPr lang="en-US" altLang="ja-JP" dirty="0"/>
              <a:t>19</a:t>
            </a:r>
            <a:r>
              <a:rPr lang="ja-JP" altLang="en-US" dirty="0"/>
              <a:t>日～</a:t>
            </a:r>
            <a:r>
              <a:rPr lang="en-US" altLang="ja-JP" dirty="0"/>
              <a:t>25</a:t>
            </a:r>
            <a:r>
              <a:rPr lang="ja-JP" altLang="en-US" dirty="0"/>
              <a:t>日</a:t>
            </a:r>
          </a:p>
          <a:p>
            <a:pPr lvl="1"/>
            <a:r>
              <a:rPr lang="ja-JP" altLang="en-US" dirty="0"/>
              <a:t> 静的タイミング解析、シミュレーション</a:t>
            </a:r>
          </a:p>
          <a:p>
            <a:r>
              <a:rPr lang="en-US" altLang="ja-JP" dirty="0"/>
              <a:t>1</a:t>
            </a:r>
            <a:r>
              <a:rPr lang="ja-JP" altLang="en-US" dirty="0"/>
              <a:t>月</a:t>
            </a:r>
            <a:r>
              <a:rPr lang="en-US" altLang="ja-JP" dirty="0"/>
              <a:t>26</a:t>
            </a:r>
            <a:r>
              <a:rPr lang="ja-JP" altLang="en-US" dirty="0"/>
              <a:t>日～</a:t>
            </a:r>
            <a:r>
              <a:rPr lang="en-US" altLang="ja-JP" dirty="0"/>
              <a:t>2</a:t>
            </a:r>
            <a:r>
              <a:rPr lang="ja-JP" altLang="en-US" dirty="0"/>
              <a:t>月</a:t>
            </a:r>
            <a:r>
              <a:rPr lang="en-US" altLang="ja-JP" dirty="0"/>
              <a:t>1</a:t>
            </a:r>
            <a:r>
              <a:rPr lang="ja-JP" altLang="en-US" dirty="0"/>
              <a:t>日</a:t>
            </a:r>
          </a:p>
          <a:p>
            <a:pPr lvl="1"/>
            <a:r>
              <a:rPr lang="ja-JP" altLang="en-US" dirty="0"/>
              <a:t>最終プレゼンテーションの準備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FEC71CE5-6C20-425B-B9CB-F8DC3A1A2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Schedule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372FF9D-E4A3-4E4E-B330-8EE9AA7DF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7BDF-BBE8-459F-AB46-F09C8B0A9A6C}" type="slidenum">
              <a:rPr kumimoji="1" lang="ja-JP" altLang="en-US" smtClean="0"/>
              <a:t>1</a:t>
            </a:fld>
            <a:endParaRPr kumimoji="1" lang="ja-JP" altLang="en-US"/>
          </a:p>
        </p:txBody>
      </p:sp>
      <p:sp>
        <p:nvSpPr>
          <p:cNvPr id="5" name="コンテンツ プレースホルダー 1">
            <a:extLst>
              <a:ext uri="{FF2B5EF4-FFF2-40B4-BE49-F238E27FC236}">
                <a16:creationId xmlns:a16="http://schemas.microsoft.com/office/drawing/2014/main" id="{316037E3-A9C5-A073-1FD7-C6E7D87AB18B}"/>
              </a:ext>
            </a:extLst>
          </p:cNvPr>
          <p:cNvSpPr txBox="1">
            <a:spLocks/>
          </p:cNvSpPr>
          <p:nvPr/>
        </p:nvSpPr>
        <p:spPr>
          <a:xfrm>
            <a:off x="6096000" y="1193077"/>
            <a:ext cx="5904656" cy="554828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8775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bg2">
                  <a:lumMod val="25000"/>
                </a:schemeClr>
              </a:buClr>
              <a:buFont typeface="Wingdings" panose="05000000000000000000" pitchFamily="2" charset="2"/>
              <a:buChar char="p"/>
              <a:defRPr kumimoji="1" sz="28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  <a:lvl2pPr marL="625475" indent="-3190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25000"/>
                </a:schemeClr>
              </a:buClr>
              <a:buFont typeface="Wingdings" panose="05000000000000000000" pitchFamily="2" charset="2"/>
              <a:buChar char="n"/>
              <a:defRPr kumimoji="1" sz="24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2pPr>
            <a:lvl3pPr marL="890588" indent="-3111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25000"/>
                </a:schemeClr>
              </a:buClr>
              <a:buFont typeface="Wingdings" panose="05000000000000000000" pitchFamily="2" charset="2"/>
              <a:buChar char="p"/>
              <a:defRPr kumimoji="1" sz="20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3pPr>
            <a:lvl4pPr marL="1168400" indent="-317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25000"/>
                </a:schemeClr>
              </a:buClr>
              <a:buFont typeface="Wingdings" panose="05000000000000000000" pitchFamily="2" charset="2"/>
              <a:buChar char="n"/>
              <a:defRPr kumimoji="1" sz="18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4pPr>
            <a:lvl5pPr marL="1435100" indent="-3206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25000"/>
                </a:schemeClr>
              </a:buClr>
              <a:buFont typeface="Wingdings" panose="05000000000000000000" pitchFamily="2" charset="2"/>
              <a:buChar char="p"/>
              <a:tabLst>
                <a:tab pos="1343025" algn="l"/>
              </a:tabLst>
              <a:defRPr kumimoji="1" sz="18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12</a:t>
            </a:r>
            <a:r>
              <a:rPr lang="ja-JP" altLang="en-US" dirty="0"/>
              <a:t>月</a:t>
            </a:r>
            <a:r>
              <a:rPr lang="en-US" altLang="ja-JP" dirty="0"/>
              <a:t>22</a:t>
            </a:r>
            <a:r>
              <a:rPr lang="ja-JP" altLang="en-US" dirty="0"/>
              <a:t>日</a:t>
            </a:r>
          </a:p>
          <a:p>
            <a:pPr lvl="1"/>
            <a:r>
              <a:rPr lang="ja-JP" altLang="en-US" dirty="0"/>
              <a:t>アプリケーションチェック</a:t>
            </a:r>
            <a:endParaRPr lang="en-US" altLang="ja-JP" dirty="0"/>
          </a:p>
          <a:p>
            <a:r>
              <a:rPr lang="en-US" altLang="ja-JP" dirty="0"/>
              <a:t>1</a:t>
            </a:r>
            <a:r>
              <a:rPr lang="ja-JP" altLang="en-US" dirty="0"/>
              <a:t>月</a:t>
            </a:r>
            <a:r>
              <a:rPr lang="en-US" altLang="ja-JP" dirty="0"/>
              <a:t>5</a:t>
            </a:r>
            <a:r>
              <a:rPr lang="ja-JP" altLang="en-US" dirty="0"/>
              <a:t>日</a:t>
            </a:r>
          </a:p>
          <a:p>
            <a:pPr lvl="1"/>
            <a:r>
              <a:rPr lang="ja-JP" altLang="en-US" dirty="0"/>
              <a:t>機能検証</a:t>
            </a:r>
            <a:r>
              <a:rPr lang="en-US" altLang="ja-JP" dirty="0"/>
              <a:t>(RTL Sim)</a:t>
            </a:r>
            <a:r>
              <a:rPr lang="ja-JP" altLang="en-US" dirty="0"/>
              <a:t>と論理合成</a:t>
            </a:r>
            <a:r>
              <a:rPr lang="en-US" altLang="ja-JP" dirty="0"/>
              <a:t>(basic)</a:t>
            </a:r>
            <a:endParaRPr lang="ja-JP" altLang="en-US" dirty="0"/>
          </a:p>
          <a:p>
            <a:r>
              <a:rPr lang="en-US" altLang="ja-JP" dirty="0"/>
              <a:t>1</a:t>
            </a:r>
            <a:r>
              <a:rPr lang="ja-JP" altLang="en-US" dirty="0"/>
              <a:t>月</a:t>
            </a:r>
            <a:r>
              <a:rPr lang="en-US" altLang="ja-JP" dirty="0"/>
              <a:t>19</a:t>
            </a:r>
            <a:r>
              <a:rPr lang="ja-JP" altLang="en-US" dirty="0"/>
              <a:t>日</a:t>
            </a:r>
          </a:p>
          <a:p>
            <a:pPr lvl="1"/>
            <a:r>
              <a:rPr lang="ja-JP" altLang="en-US" dirty="0"/>
              <a:t> 論理合成</a:t>
            </a:r>
            <a:r>
              <a:rPr lang="en-US" altLang="ja-JP" dirty="0"/>
              <a:t>(3types)</a:t>
            </a:r>
          </a:p>
          <a:p>
            <a:pPr lvl="1"/>
            <a:r>
              <a:rPr lang="ja-JP" altLang="en-US" dirty="0"/>
              <a:t> レイアウト</a:t>
            </a:r>
            <a:r>
              <a:rPr lang="en-US" altLang="ja-JP" dirty="0"/>
              <a:t>(full)</a:t>
            </a:r>
          </a:p>
          <a:p>
            <a:pPr lvl="1"/>
            <a:r>
              <a:rPr lang="ja-JP" altLang="en-US" dirty="0"/>
              <a:t> レイアウトシミュレーション</a:t>
            </a:r>
          </a:p>
          <a:p>
            <a:r>
              <a:rPr lang="en-US" altLang="ja-JP" dirty="0"/>
              <a:t>1</a:t>
            </a:r>
            <a:r>
              <a:rPr lang="ja-JP" altLang="en-US" dirty="0"/>
              <a:t>月</a:t>
            </a:r>
            <a:r>
              <a:rPr lang="en-US" altLang="ja-JP" dirty="0"/>
              <a:t>26</a:t>
            </a:r>
            <a:r>
              <a:rPr lang="ja-JP" altLang="en-US" dirty="0"/>
              <a:t>日</a:t>
            </a:r>
          </a:p>
          <a:p>
            <a:pPr lvl="1"/>
            <a:r>
              <a:rPr lang="ja-JP" altLang="en-US" dirty="0"/>
              <a:t> 静的タイミング解析、シミュレーション</a:t>
            </a:r>
          </a:p>
          <a:p>
            <a:r>
              <a:rPr lang="en-US" altLang="ja-JP" dirty="0">
                <a:solidFill>
                  <a:srgbClr val="FF0000"/>
                </a:solidFill>
              </a:rPr>
              <a:t>2</a:t>
            </a:r>
            <a:r>
              <a:rPr lang="ja-JP" altLang="en-US" dirty="0">
                <a:solidFill>
                  <a:srgbClr val="FF0000"/>
                </a:solidFill>
              </a:rPr>
              <a:t>月</a:t>
            </a:r>
            <a:r>
              <a:rPr lang="en-US" altLang="ja-JP" dirty="0">
                <a:solidFill>
                  <a:srgbClr val="FF0000"/>
                </a:solidFill>
              </a:rPr>
              <a:t>2</a:t>
            </a:r>
            <a:r>
              <a:rPr lang="ja-JP" altLang="en-US" dirty="0">
                <a:solidFill>
                  <a:srgbClr val="FF0000"/>
                </a:solidFill>
              </a:rPr>
              <a:t>日</a:t>
            </a:r>
            <a:r>
              <a:rPr lang="en-US" altLang="ja-JP" dirty="0">
                <a:solidFill>
                  <a:srgbClr val="FF0000"/>
                </a:solidFill>
              </a:rPr>
              <a:t>(</a:t>
            </a:r>
            <a:r>
              <a:rPr lang="ja-JP" altLang="en-US" dirty="0">
                <a:solidFill>
                  <a:srgbClr val="FF0000"/>
                </a:solidFill>
              </a:rPr>
              <a:t>インターンだから日程調整</a:t>
            </a:r>
            <a:r>
              <a:rPr lang="en-US" altLang="ja-JP" dirty="0">
                <a:solidFill>
                  <a:srgbClr val="FF0000"/>
                </a:solidFill>
              </a:rPr>
              <a:t>)</a:t>
            </a:r>
            <a:endParaRPr lang="ja-JP" altLang="en-US" dirty="0">
              <a:solidFill>
                <a:srgbClr val="FF0000"/>
              </a:solidFill>
            </a:endParaRPr>
          </a:p>
          <a:p>
            <a:pPr lvl="1"/>
            <a:r>
              <a:rPr lang="ja-JP" altLang="en-US" dirty="0"/>
              <a:t>最終プレゼンテーション</a:t>
            </a:r>
          </a:p>
        </p:txBody>
      </p:sp>
    </p:spTree>
    <p:extLst>
      <p:ext uri="{BB962C8B-B14F-4D97-AF65-F5344CB8AC3E}">
        <p14:creationId xmlns:p14="http://schemas.microsoft.com/office/powerpoint/2010/main" val="2715399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EEF9F9CB-C942-23ED-E909-E09C7214F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93078"/>
            <a:ext cx="5904656" cy="5548289"/>
          </a:xfrm>
        </p:spPr>
        <p:txBody>
          <a:bodyPr>
            <a:normAutofit fontScale="77500" lnSpcReduction="20000"/>
          </a:bodyPr>
          <a:lstStyle/>
          <a:p>
            <a:r>
              <a:rPr lang="ja-JP" altLang="en-US" dirty="0"/>
              <a:t>表紙</a:t>
            </a:r>
          </a:p>
          <a:p>
            <a:r>
              <a:rPr lang="ja-JP" altLang="en-US" dirty="0"/>
              <a:t>プロジェクト作業の目的</a:t>
            </a:r>
          </a:p>
          <a:p>
            <a:pPr lvl="1"/>
            <a:r>
              <a:rPr lang="ja-JP" altLang="en-US" dirty="0"/>
              <a:t>動機</a:t>
            </a:r>
          </a:p>
          <a:p>
            <a:pPr lvl="1"/>
            <a:r>
              <a:rPr lang="ja-JP" altLang="en-US" dirty="0"/>
              <a:t>なぜ</a:t>
            </a:r>
            <a:r>
              <a:rPr lang="en-US" altLang="ja-JP" dirty="0"/>
              <a:t>ASIC</a:t>
            </a:r>
            <a:r>
              <a:rPr lang="ja-JP" altLang="en-US" dirty="0"/>
              <a:t>なのか？</a:t>
            </a:r>
          </a:p>
          <a:p>
            <a:r>
              <a:rPr lang="ja-JP" altLang="en-US" dirty="0"/>
              <a:t>フローと使用ツール</a:t>
            </a:r>
            <a:br>
              <a:rPr lang="en-US" altLang="ja-JP" dirty="0"/>
            </a:br>
            <a:r>
              <a:rPr lang="ja-JP" altLang="en-US" dirty="0"/>
              <a:t>（バージョンを含む）</a:t>
            </a:r>
          </a:p>
          <a:p>
            <a:r>
              <a:rPr lang="en-US" altLang="ja-JP" dirty="0"/>
              <a:t>RTL</a:t>
            </a:r>
            <a:r>
              <a:rPr lang="ja-JP" altLang="en-US" dirty="0"/>
              <a:t>モデルの説明</a:t>
            </a:r>
          </a:p>
          <a:p>
            <a:r>
              <a:rPr lang="ja-JP" altLang="en-US" dirty="0"/>
              <a:t>制約の説明</a:t>
            </a:r>
          </a:p>
          <a:p>
            <a:r>
              <a:rPr lang="ja-JP" altLang="en-US" dirty="0"/>
              <a:t>論理合成の評価</a:t>
            </a:r>
          </a:p>
          <a:p>
            <a:r>
              <a:rPr lang="ja-JP" altLang="en-US" dirty="0"/>
              <a:t>レイアウト合成の評価</a:t>
            </a:r>
          </a:p>
          <a:p>
            <a:r>
              <a:rPr lang="en-US" altLang="ja-JP" dirty="0"/>
              <a:t>STA</a:t>
            </a:r>
            <a:r>
              <a:rPr lang="ja-JP" altLang="en-US" dirty="0"/>
              <a:t>結果</a:t>
            </a:r>
          </a:p>
          <a:p>
            <a:r>
              <a:rPr lang="ja-JP" altLang="en-US" dirty="0"/>
              <a:t>シミュレーション結果</a:t>
            </a:r>
          </a:p>
          <a:p>
            <a:r>
              <a:rPr lang="ja-JP" altLang="en-US" dirty="0"/>
              <a:t>結論</a:t>
            </a:r>
          </a:p>
          <a:p>
            <a:r>
              <a:rPr lang="ja-JP" altLang="en-US" dirty="0"/>
              <a:t>このプロジェクト作業に費やした時間</a:t>
            </a:r>
          </a:p>
          <a:p>
            <a:r>
              <a:rPr lang="ja-JP" altLang="en-US" dirty="0"/>
              <a:t>このプロジェクト作業に関するコメント</a:t>
            </a:r>
            <a:br>
              <a:rPr lang="en-US" altLang="ja-JP" dirty="0"/>
            </a:br>
            <a:r>
              <a:rPr lang="ja-JP" altLang="en-US" dirty="0"/>
              <a:t>（難しかった点、良かった点、悪かった点）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36AE9CD-A4F8-A698-D11D-9E2D5F9DA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7BDF-BBE8-459F-AB46-F09C8B0A9A6C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A16E0AA8-8FFA-0543-8105-C620FA945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Goal (Final Presentation)</a:t>
            </a:r>
            <a:endParaRPr kumimoji="1" lang="ja-JP" altLang="en-US" dirty="0"/>
          </a:p>
        </p:txBody>
      </p:sp>
      <p:sp>
        <p:nvSpPr>
          <p:cNvPr id="5" name="コンテンツ プレースホルダー 1">
            <a:extLst>
              <a:ext uri="{FF2B5EF4-FFF2-40B4-BE49-F238E27FC236}">
                <a16:creationId xmlns:a16="http://schemas.microsoft.com/office/drawing/2014/main" id="{0C120A69-D686-1268-52F5-66B9497D1DF2}"/>
              </a:ext>
            </a:extLst>
          </p:cNvPr>
          <p:cNvSpPr txBox="1">
            <a:spLocks/>
          </p:cNvSpPr>
          <p:nvPr/>
        </p:nvSpPr>
        <p:spPr>
          <a:xfrm>
            <a:off x="191344" y="1193077"/>
            <a:ext cx="5904656" cy="5548289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58775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bg2">
                  <a:lumMod val="25000"/>
                </a:schemeClr>
              </a:buClr>
              <a:buFont typeface="Wingdings" panose="05000000000000000000" pitchFamily="2" charset="2"/>
              <a:buChar char="p"/>
              <a:defRPr kumimoji="1" sz="28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  <a:lvl2pPr marL="625475" indent="-3190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25000"/>
                </a:schemeClr>
              </a:buClr>
              <a:buFont typeface="Wingdings" panose="05000000000000000000" pitchFamily="2" charset="2"/>
              <a:buChar char="n"/>
              <a:defRPr kumimoji="1" sz="24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2pPr>
            <a:lvl3pPr marL="890588" indent="-3111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25000"/>
                </a:schemeClr>
              </a:buClr>
              <a:buFont typeface="Wingdings" panose="05000000000000000000" pitchFamily="2" charset="2"/>
              <a:buChar char="p"/>
              <a:defRPr kumimoji="1" sz="20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3pPr>
            <a:lvl4pPr marL="1168400" indent="-317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25000"/>
                </a:schemeClr>
              </a:buClr>
              <a:buFont typeface="Wingdings" panose="05000000000000000000" pitchFamily="2" charset="2"/>
              <a:buChar char="n"/>
              <a:defRPr kumimoji="1" sz="18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4pPr>
            <a:lvl5pPr marL="1435100" indent="-3206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25000"/>
                </a:schemeClr>
              </a:buClr>
              <a:buFont typeface="Wingdings" panose="05000000000000000000" pitchFamily="2" charset="2"/>
              <a:buChar char="p"/>
              <a:tabLst>
                <a:tab pos="1343025" algn="l"/>
              </a:tabLst>
              <a:defRPr kumimoji="1" sz="18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Title page</a:t>
            </a:r>
          </a:p>
          <a:p>
            <a:r>
              <a:rPr lang="en-US" altLang="ja-JP" dirty="0"/>
              <a:t>Purpose of your project work</a:t>
            </a:r>
          </a:p>
          <a:p>
            <a:pPr lvl="1"/>
            <a:r>
              <a:rPr lang="en-US" altLang="ja-JP" dirty="0"/>
              <a:t>Motivation</a:t>
            </a:r>
          </a:p>
          <a:p>
            <a:pPr lvl="1"/>
            <a:r>
              <a:rPr lang="en-US" altLang="ja-JP" dirty="0"/>
              <a:t>Why ASIC?</a:t>
            </a:r>
          </a:p>
          <a:p>
            <a:r>
              <a:rPr lang="en-US" altLang="ja-JP" dirty="0"/>
              <a:t>Flow and used tools with their version</a:t>
            </a:r>
          </a:p>
          <a:p>
            <a:r>
              <a:rPr lang="en-US" altLang="ja-JP" dirty="0"/>
              <a:t>Explanation for your RTL model</a:t>
            </a:r>
          </a:p>
          <a:p>
            <a:r>
              <a:rPr lang="en-US" altLang="ja-JP" dirty="0"/>
              <a:t>Explanation for your constraints</a:t>
            </a:r>
          </a:p>
          <a:p>
            <a:r>
              <a:rPr lang="en-US" altLang="ja-JP" dirty="0"/>
              <a:t>Evaluation for logic synthesis</a:t>
            </a:r>
          </a:p>
          <a:p>
            <a:r>
              <a:rPr lang="en-US" altLang="ja-JP" dirty="0"/>
              <a:t>Evaluation for layout synthesis</a:t>
            </a:r>
          </a:p>
          <a:p>
            <a:r>
              <a:rPr lang="en-US" altLang="ja-JP" dirty="0"/>
              <a:t>STA results</a:t>
            </a:r>
          </a:p>
          <a:p>
            <a:r>
              <a:rPr lang="en-US" altLang="ja-JP" dirty="0"/>
              <a:t>Simulation results</a:t>
            </a:r>
          </a:p>
          <a:p>
            <a:r>
              <a:rPr lang="en-US" altLang="ja-JP" dirty="0"/>
              <a:t>Conclusions</a:t>
            </a:r>
          </a:p>
          <a:p>
            <a:r>
              <a:rPr lang="en-US" altLang="ja-JP" dirty="0"/>
              <a:t>Times how long you spend for this project work</a:t>
            </a:r>
          </a:p>
          <a:p>
            <a:r>
              <a:rPr lang="en-US" altLang="ja-JP" dirty="0"/>
              <a:t>Comments for this project work </a:t>
            </a:r>
            <a:br>
              <a:rPr lang="en-US" altLang="ja-JP" dirty="0"/>
            </a:br>
            <a:r>
              <a:rPr lang="en-US" altLang="ja-JP" dirty="0"/>
              <a:t>(what is </a:t>
            </a:r>
            <a:r>
              <a:rPr lang="en-US" altLang="ja-JP" dirty="0" err="1"/>
              <a:t>difficult?what</a:t>
            </a:r>
            <a:r>
              <a:rPr lang="en-US" altLang="ja-JP" dirty="0"/>
              <a:t> is good or bad?)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90110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C5DE09EB-0B5D-7CA5-4D86-348CB1412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ja-JP" b="1" dirty="0"/>
              <a:t>Motivation</a:t>
            </a:r>
            <a:endParaRPr lang="en-US" altLang="ja-JP" dirty="0"/>
          </a:p>
          <a:p>
            <a:pPr lvl="1"/>
            <a:r>
              <a:rPr lang="en-US" altLang="ja-JP" dirty="0"/>
              <a:t>MLPs are basic building blocks of modern deep models such as CNNs and Transformers.</a:t>
            </a:r>
          </a:p>
          <a:p>
            <a:pPr lvl="1"/>
            <a:r>
              <a:rPr lang="en-US" altLang="ja-JP" dirty="0"/>
              <a:t>If we can speed up MLPs, we can reuse the same hardware for many tasks (image, speech, sensor processing, etc.).</a:t>
            </a:r>
          </a:p>
          <a:p>
            <a:pPr lvl="1"/>
            <a:r>
              <a:rPr lang="en-US" altLang="ja-JP" dirty="0"/>
              <a:t>A hardware MLP accelerator can parallelize dot-product operations and reduce inference latency.</a:t>
            </a:r>
          </a:p>
          <a:p>
            <a:r>
              <a:rPr lang="en-US" altLang="ja-JP" b="1" dirty="0"/>
              <a:t>Why ASIC?</a:t>
            </a:r>
            <a:endParaRPr lang="en-US" altLang="ja-JP" dirty="0"/>
          </a:p>
          <a:p>
            <a:pPr lvl="1"/>
            <a:r>
              <a:rPr lang="en-US" altLang="ja-JP" dirty="0"/>
              <a:t>An ASIC can implement an 8×8 Outer Product Unit (OPU) array specialized for MLP matrix–vector multiplication.</a:t>
            </a:r>
          </a:p>
          <a:p>
            <a:pPr lvl="1"/>
            <a:r>
              <a:rPr lang="en-US" altLang="ja-JP" dirty="0"/>
              <a:t>Unlike a CPU, there is no instruction fetch and decode overhead, so higher throughput can be achieved.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E9C29ED-F0B1-BF55-24EE-8513DD6F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7BDF-BBE8-459F-AB46-F09C8B0A9A6C}" type="slidenum">
              <a:rPr kumimoji="1" lang="ja-JP" altLang="en-US" smtClean="0"/>
              <a:t>3</a:t>
            </a:fld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5C27EE90-EAB3-85C0-8C17-B4CED5307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Purpose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26085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9D28B6B-C1ED-FA66-5275-8D9A1AB40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7BDF-BBE8-459F-AB46-F09C8B0A9A6C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36241383-3CE7-5229-9647-B66F693C6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Design Flow and Tools</a:t>
            </a:r>
            <a:endParaRPr kumimoji="1" lang="ja-JP" altLang="en-US" dirty="0"/>
          </a:p>
        </p:txBody>
      </p:sp>
      <p:grpSp>
        <p:nvGrpSpPr>
          <p:cNvPr id="46" name="グループ化 45">
            <a:extLst>
              <a:ext uri="{FF2B5EF4-FFF2-40B4-BE49-F238E27FC236}">
                <a16:creationId xmlns:a16="http://schemas.microsoft.com/office/drawing/2014/main" id="{C7724C71-241D-9445-D10C-19FC1308AA5F}"/>
              </a:ext>
            </a:extLst>
          </p:cNvPr>
          <p:cNvGrpSpPr/>
          <p:nvPr/>
        </p:nvGrpSpPr>
        <p:grpSpPr>
          <a:xfrm>
            <a:off x="344526" y="1406899"/>
            <a:ext cx="11502947" cy="5150070"/>
            <a:chOff x="479417" y="549649"/>
            <a:chExt cx="11502947" cy="5150070"/>
          </a:xfrm>
        </p:grpSpPr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687A5B13-A42E-2BFC-4C68-DBB157A94DDF}"/>
                </a:ext>
              </a:extLst>
            </p:cNvPr>
            <p:cNvSpPr/>
            <p:nvPr/>
          </p:nvSpPr>
          <p:spPr>
            <a:xfrm>
              <a:off x="4412215" y="1610675"/>
              <a:ext cx="1260802" cy="64807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ysClr val="windowText" lastClr="000000"/>
                  </a:solidFill>
                </a:rPr>
                <a:t>SDF</a:t>
              </a:r>
              <a:endParaRPr kumimoji="1" lang="ja-JP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60D97D35-B7B8-5C90-75CA-88F78FC0A55F}"/>
                </a:ext>
              </a:extLst>
            </p:cNvPr>
            <p:cNvSpPr/>
            <p:nvPr/>
          </p:nvSpPr>
          <p:spPr>
            <a:xfrm>
              <a:off x="479417" y="1804082"/>
              <a:ext cx="1260801" cy="64807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ysClr val="windowText" lastClr="000000"/>
                  </a:solidFill>
                </a:rPr>
                <a:t>RTL</a:t>
              </a:r>
              <a:endParaRPr kumimoji="1" lang="ja-JP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四角形: 角を丸くする 10">
              <a:extLst>
                <a:ext uri="{FF2B5EF4-FFF2-40B4-BE49-F238E27FC236}">
                  <a16:creationId xmlns:a16="http://schemas.microsoft.com/office/drawing/2014/main" id="{14A866CA-EC02-E3AF-B274-B4BFC82EAA6A}"/>
                </a:ext>
              </a:extLst>
            </p:cNvPr>
            <p:cNvSpPr/>
            <p:nvPr/>
          </p:nvSpPr>
          <p:spPr>
            <a:xfrm>
              <a:off x="10380516" y="3422039"/>
              <a:ext cx="1601848" cy="751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ysClr val="windowText" lastClr="000000"/>
                  </a:solidFill>
                </a:rPr>
                <a:t>XCELIUM</a:t>
              </a:r>
            </a:p>
            <a:p>
              <a:pPr algn="ctr"/>
              <a:r>
                <a:rPr kumimoji="1" lang="en-US" altLang="ja-JP">
                  <a:solidFill>
                    <a:sysClr val="windowText" lastClr="000000"/>
                  </a:solidFill>
                </a:rPr>
                <a:t>(Simulation)</a:t>
              </a:r>
              <a:endParaRPr kumimoji="1" lang="ja-JP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四角形: 角を丸くする 11">
              <a:extLst>
                <a:ext uri="{FF2B5EF4-FFF2-40B4-BE49-F238E27FC236}">
                  <a16:creationId xmlns:a16="http://schemas.microsoft.com/office/drawing/2014/main" id="{83E27C59-4E67-2BDD-9790-35B7B55ED689}"/>
                </a:ext>
              </a:extLst>
            </p:cNvPr>
            <p:cNvSpPr/>
            <p:nvPr/>
          </p:nvSpPr>
          <p:spPr>
            <a:xfrm>
              <a:off x="2306079" y="1752618"/>
              <a:ext cx="1368152" cy="751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ysClr val="windowText" lastClr="000000"/>
                  </a:solidFill>
                </a:rPr>
                <a:t>GENUS</a:t>
              </a:r>
            </a:p>
            <a:p>
              <a:pPr algn="ctr"/>
              <a:r>
                <a:rPr kumimoji="1" lang="en-US" altLang="ja-JP">
                  <a:solidFill>
                    <a:sysClr val="windowText" lastClr="000000"/>
                  </a:solidFill>
                </a:rPr>
                <a:t>(Synthesis)</a:t>
              </a:r>
              <a:endParaRPr kumimoji="1" lang="ja-JP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BA97D6E0-D87C-92A9-2164-C9DF9A669EF1}"/>
                </a:ext>
              </a:extLst>
            </p:cNvPr>
            <p:cNvSpPr/>
            <p:nvPr/>
          </p:nvSpPr>
          <p:spPr>
            <a:xfrm>
              <a:off x="6154184" y="1752618"/>
              <a:ext cx="1440160" cy="751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ysClr val="windowText" lastClr="000000"/>
                  </a:solidFill>
                </a:rPr>
                <a:t>INNOVUS</a:t>
              </a:r>
            </a:p>
            <a:p>
              <a:pPr algn="ctr"/>
              <a:r>
                <a:rPr kumimoji="1" lang="en-US" altLang="ja-JP">
                  <a:solidFill>
                    <a:sysClr val="windowText" lastClr="000000"/>
                  </a:solidFill>
                </a:rPr>
                <a:t>(P&amp;R)</a:t>
              </a:r>
              <a:endParaRPr kumimoji="1" lang="ja-JP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11093146-B735-9E2F-FE6C-DF36BAB8332D}"/>
                </a:ext>
              </a:extLst>
            </p:cNvPr>
            <p:cNvSpPr/>
            <p:nvPr/>
          </p:nvSpPr>
          <p:spPr>
            <a:xfrm>
              <a:off x="4293673" y="1804306"/>
              <a:ext cx="1260802" cy="64807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ysClr val="windowText" lastClr="000000"/>
                  </a:solidFill>
                </a:rPr>
                <a:t>Gate-level</a:t>
              </a:r>
              <a:br>
                <a:rPr kumimoji="1" lang="en-US" altLang="ja-JP">
                  <a:solidFill>
                    <a:sysClr val="windowText" lastClr="000000"/>
                  </a:solidFill>
                </a:rPr>
              </a:br>
              <a:r>
                <a:rPr kumimoji="1" lang="en-US" altLang="ja-JP">
                  <a:solidFill>
                    <a:sysClr val="windowText" lastClr="000000"/>
                  </a:solidFill>
                </a:rPr>
                <a:t>Netlist</a:t>
              </a:r>
              <a:endParaRPr kumimoji="1" lang="ja-JP" altLang="en-US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15" name="直線矢印コネクタ 14">
              <a:extLst>
                <a:ext uri="{FF2B5EF4-FFF2-40B4-BE49-F238E27FC236}">
                  <a16:creationId xmlns:a16="http://schemas.microsoft.com/office/drawing/2014/main" id="{E708AB63-8A03-D5CD-A0F0-4588CB3C587D}"/>
                </a:ext>
              </a:extLst>
            </p:cNvPr>
            <p:cNvCxnSpPr>
              <a:stCxn id="10" idx="3"/>
              <a:endCxn id="12" idx="1"/>
            </p:cNvCxnSpPr>
            <p:nvPr/>
          </p:nvCxnSpPr>
          <p:spPr>
            <a:xfrm>
              <a:off x="1740218" y="2128118"/>
              <a:ext cx="56586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EC4F2C52-1373-1394-80A2-D4D8150ACA5C}"/>
                </a:ext>
              </a:extLst>
            </p:cNvPr>
            <p:cNvSpPr/>
            <p:nvPr/>
          </p:nvSpPr>
          <p:spPr>
            <a:xfrm>
              <a:off x="479417" y="5051647"/>
              <a:ext cx="1260801" cy="64807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err="1">
                  <a:solidFill>
                    <a:sysClr val="windowText" lastClr="000000"/>
                  </a:solidFill>
                </a:rPr>
                <a:t>TestBench</a:t>
              </a:r>
              <a:endParaRPr kumimoji="1" lang="ja-JP" altLang="en-US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17" name="コネクタ: カギ線 16">
              <a:extLst>
                <a:ext uri="{FF2B5EF4-FFF2-40B4-BE49-F238E27FC236}">
                  <a16:creationId xmlns:a16="http://schemas.microsoft.com/office/drawing/2014/main" id="{68DC1000-115C-87CE-4B9A-F171AEA2FF79}"/>
                </a:ext>
              </a:extLst>
            </p:cNvPr>
            <p:cNvCxnSpPr>
              <a:cxnSpLocks/>
              <a:stCxn id="16" idx="0"/>
              <a:endCxn id="11" idx="1"/>
            </p:cNvCxnSpPr>
            <p:nvPr/>
          </p:nvCxnSpPr>
          <p:spPr>
            <a:xfrm rot="5400000" flipH="1" flipV="1">
              <a:off x="5118113" y="-210756"/>
              <a:ext cx="1254108" cy="9270698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コネクタ: カギ線 17">
              <a:extLst>
                <a:ext uri="{FF2B5EF4-FFF2-40B4-BE49-F238E27FC236}">
                  <a16:creationId xmlns:a16="http://schemas.microsoft.com/office/drawing/2014/main" id="{AF43E425-412A-F5DA-5D1E-0680946812FE}"/>
                </a:ext>
              </a:extLst>
            </p:cNvPr>
            <p:cNvCxnSpPr>
              <a:cxnSpLocks/>
              <a:stCxn id="10" idx="2"/>
              <a:endCxn id="11" idx="1"/>
            </p:cNvCxnSpPr>
            <p:nvPr/>
          </p:nvCxnSpPr>
          <p:spPr>
            <a:xfrm rot="16200000" flipH="1">
              <a:off x="5072475" y="-1510503"/>
              <a:ext cx="1345385" cy="9270698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F03C4C72-7533-CAFD-4497-24BCB5AE2F96}"/>
                </a:ext>
              </a:extLst>
            </p:cNvPr>
            <p:cNvSpPr txBox="1"/>
            <p:nvPr/>
          </p:nvSpPr>
          <p:spPr>
            <a:xfrm>
              <a:off x="1028480" y="2452153"/>
              <a:ext cx="738664" cy="1373660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/>
                <a:t>RTL Simulation</a:t>
              </a:r>
              <a:endParaRPr kumimoji="1" lang="ja-JP" altLang="en-US"/>
            </a:p>
          </p:txBody>
        </p:sp>
        <p:cxnSp>
          <p:nvCxnSpPr>
            <p:cNvPr id="20" name="コネクタ: カギ線 19">
              <a:extLst>
                <a:ext uri="{FF2B5EF4-FFF2-40B4-BE49-F238E27FC236}">
                  <a16:creationId xmlns:a16="http://schemas.microsoft.com/office/drawing/2014/main" id="{E0C6C94E-3ED4-57A8-197D-C33AF31D075E}"/>
                </a:ext>
              </a:extLst>
            </p:cNvPr>
            <p:cNvCxnSpPr>
              <a:cxnSpLocks/>
              <a:stCxn id="14" idx="2"/>
              <a:endCxn id="11" idx="1"/>
            </p:cNvCxnSpPr>
            <p:nvPr/>
          </p:nvCxnSpPr>
          <p:spPr>
            <a:xfrm rot="16200000" flipH="1">
              <a:off x="6979715" y="396737"/>
              <a:ext cx="1345161" cy="5456442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40716B84-834A-77F3-6344-097A29BB3E21}"/>
                </a:ext>
              </a:extLst>
            </p:cNvPr>
            <p:cNvSpPr txBox="1"/>
            <p:nvPr/>
          </p:nvSpPr>
          <p:spPr>
            <a:xfrm>
              <a:off x="4823186" y="2452039"/>
              <a:ext cx="738664" cy="1373660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/>
                <a:t>Gate-Level Simulation</a:t>
              </a:r>
              <a:endParaRPr kumimoji="1" lang="ja-JP" altLang="en-US"/>
            </a:p>
          </p:txBody>
        </p:sp>
        <p:cxnSp>
          <p:nvCxnSpPr>
            <p:cNvPr id="22" name="コネクタ: カギ線 21">
              <a:extLst>
                <a:ext uri="{FF2B5EF4-FFF2-40B4-BE49-F238E27FC236}">
                  <a16:creationId xmlns:a16="http://schemas.microsoft.com/office/drawing/2014/main" id="{6EBDD452-6037-BC4B-ED1F-6C803D27FE57}"/>
                </a:ext>
              </a:extLst>
            </p:cNvPr>
            <p:cNvCxnSpPr>
              <a:cxnSpLocks/>
              <a:endCxn id="11" idx="1"/>
            </p:cNvCxnSpPr>
            <p:nvPr/>
          </p:nvCxnSpPr>
          <p:spPr>
            <a:xfrm rot="16200000" flipH="1">
              <a:off x="9123978" y="2541000"/>
              <a:ext cx="1345499" cy="1167578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D2D5C2AC-062A-6810-3753-8DDA32E94B20}"/>
                </a:ext>
              </a:extLst>
            </p:cNvPr>
            <p:cNvSpPr txBox="1"/>
            <p:nvPr/>
          </p:nvSpPr>
          <p:spPr>
            <a:xfrm>
              <a:off x="9147257" y="2487744"/>
              <a:ext cx="738664" cy="1373660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/>
                <a:t>Post-Layout Simulation</a:t>
              </a:r>
              <a:endParaRPr kumimoji="1" lang="ja-JP" altLang="en-US"/>
            </a:p>
          </p:txBody>
        </p:sp>
        <p:cxnSp>
          <p:nvCxnSpPr>
            <p:cNvPr id="24" name="直線矢印コネクタ 23">
              <a:extLst>
                <a:ext uri="{FF2B5EF4-FFF2-40B4-BE49-F238E27FC236}">
                  <a16:creationId xmlns:a16="http://schemas.microsoft.com/office/drawing/2014/main" id="{861AD02E-937F-EB0E-DC4C-E81A83875DF2}"/>
                </a:ext>
              </a:extLst>
            </p:cNvPr>
            <p:cNvCxnSpPr>
              <a:cxnSpLocks/>
              <a:stCxn id="12" idx="3"/>
              <a:endCxn id="14" idx="1"/>
            </p:cNvCxnSpPr>
            <p:nvPr/>
          </p:nvCxnSpPr>
          <p:spPr>
            <a:xfrm>
              <a:off x="3674231" y="2128118"/>
              <a:ext cx="619442" cy="22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矢印コネクタ 24">
              <a:extLst>
                <a:ext uri="{FF2B5EF4-FFF2-40B4-BE49-F238E27FC236}">
                  <a16:creationId xmlns:a16="http://schemas.microsoft.com/office/drawing/2014/main" id="{87D9D8AE-7DFD-AFAD-31BB-434619D7A125}"/>
                </a:ext>
              </a:extLst>
            </p:cNvPr>
            <p:cNvCxnSpPr>
              <a:cxnSpLocks/>
              <a:stCxn id="14" idx="3"/>
              <a:endCxn id="13" idx="1"/>
            </p:cNvCxnSpPr>
            <p:nvPr/>
          </p:nvCxnSpPr>
          <p:spPr>
            <a:xfrm flipV="1">
              <a:off x="5554475" y="2128118"/>
              <a:ext cx="599709" cy="22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矢印コネクタ 25">
              <a:extLst>
                <a:ext uri="{FF2B5EF4-FFF2-40B4-BE49-F238E27FC236}">
                  <a16:creationId xmlns:a16="http://schemas.microsoft.com/office/drawing/2014/main" id="{D3E92EB9-C865-EDAF-5184-0A8E61BDA202}"/>
                </a:ext>
              </a:extLst>
            </p:cNvPr>
            <p:cNvCxnSpPr>
              <a:cxnSpLocks/>
              <a:stCxn id="13" idx="3"/>
              <a:endCxn id="41" idx="1"/>
            </p:cNvCxnSpPr>
            <p:nvPr/>
          </p:nvCxnSpPr>
          <p:spPr>
            <a:xfrm>
              <a:off x="7594344" y="2128118"/>
              <a:ext cx="1117231" cy="952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円柱 28">
              <a:extLst>
                <a:ext uri="{FF2B5EF4-FFF2-40B4-BE49-F238E27FC236}">
                  <a16:creationId xmlns:a16="http://schemas.microsoft.com/office/drawing/2014/main" id="{3FE07FA2-EF17-46F7-9620-2115DB3DD40C}"/>
                </a:ext>
              </a:extLst>
            </p:cNvPr>
            <p:cNvSpPr/>
            <p:nvPr/>
          </p:nvSpPr>
          <p:spPr>
            <a:xfrm>
              <a:off x="6442216" y="549649"/>
              <a:ext cx="864096" cy="570554"/>
            </a:xfrm>
            <a:prstGeom prst="ca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ysClr val="windowText" lastClr="000000"/>
                  </a:solidFill>
                </a:rPr>
                <a:t>lib</a:t>
              </a:r>
              <a:endParaRPr kumimoji="1" lang="ja-JP" altLang="en-US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30" name="コネクタ: カギ線 29">
              <a:extLst>
                <a:ext uri="{FF2B5EF4-FFF2-40B4-BE49-F238E27FC236}">
                  <a16:creationId xmlns:a16="http://schemas.microsoft.com/office/drawing/2014/main" id="{2EE60CEB-A778-F1E1-3FF6-CE86B225E880}"/>
                </a:ext>
              </a:extLst>
            </p:cNvPr>
            <p:cNvCxnSpPr>
              <a:cxnSpLocks/>
              <a:stCxn id="29" idx="3"/>
              <a:endCxn id="12" idx="0"/>
            </p:cNvCxnSpPr>
            <p:nvPr/>
          </p:nvCxnSpPr>
          <p:spPr>
            <a:xfrm rot="5400000">
              <a:off x="4616003" y="-505644"/>
              <a:ext cx="632415" cy="3884109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矢印コネクタ 38">
              <a:extLst>
                <a:ext uri="{FF2B5EF4-FFF2-40B4-BE49-F238E27FC236}">
                  <a16:creationId xmlns:a16="http://schemas.microsoft.com/office/drawing/2014/main" id="{05F3B4A2-98F5-5016-4C5B-9E31612DB509}"/>
                </a:ext>
              </a:extLst>
            </p:cNvPr>
            <p:cNvCxnSpPr>
              <a:stCxn id="29" idx="3"/>
              <a:endCxn id="13" idx="0"/>
            </p:cNvCxnSpPr>
            <p:nvPr/>
          </p:nvCxnSpPr>
          <p:spPr>
            <a:xfrm>
              <a:off x="6874264" y="1120203"/>
              <a:ext cx="0" cy="63241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A26AC689-5BE6-9E7B-7472-093719510C93}"/>
                </a:ext>
              </a:extLst>
            </p:cNvPr>
            <p:cNvSpPr/>
            <p:nvPr/>
          </p:nvSpPr>
          <p:spPr>
            <a:xfrm>
              <a:off x="8926724" y="1590967"/>
              <a:ext cx="1260802" cy="64807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6E7CAB82-7527-DC97-DC5F-9FADF6D0DBF7}"/>
                </a:ext>
              </a:extLst>
            </p:cNvPr>
            <p:cNvSpPr/>
            <p:nvPr/>
          </p:nvSpPr>
          <p:spPr>
            <a:xfrm>
              <a:off x="8711575" y="1813603"/>
              <a:ext cx="1260802" cy="64807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ysClr val="windowText" lastClr="000000"/>
                  </a:solidFill>
                </a:rPr>
                <a:t>Gate-level</a:t>
              </a:r>
              <a:br>
                <a:rPr kumimoji="1" lang="en-US" altLang="ja-JP">
                  <a:solidFill>
                    <a:sysClr val="windowText" lastClr="000000"/>
                  </a:solidFill>
                </a:rPr>
              </a:br>
              <a:r>
                <a:rPr kumimoji="1" lang="en-US" altLang="ja-JP">
                  <a:solidFill>
                    <a:sysClr val="windowText" lastClr="000000"/>
                  </a:solidFill>
                </a:rPr>
                <a:t>Netlist</a:t>
              </a:r>
              <a:endParaRPr kumimoji="1" lang="ja-JP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F9DE5B6C-AE9E-BB76-B53A-45EE4090ED16}"/>
                </a:ext>
              </a:extLst>
            </p:cNvPr>
            <p:cNvSpPr txBox="1"/>
            <p:nvPr/>
          </p:nvSpPr>
          <p:spPr>
            <a:xfrm>
              <a:off x="5231380" y="1572068"/>
              <a:ext cx="65678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ja-JP" sz="1400">
                  <a:solidFill>
                    <a:sysClr val="windowText" lastClr="000000"/>
                  </a:solidFill>
                </a:rPr>
                <a:t>SDF</a:t>
              </a:r>
              <a:endParaRPr lang="ja-JP" altLang="en-US" sz="1400"/>
            </a:p>
          </p:txBody>
        </p:sp>
        <p:sp>
          <p:nvSpPr>
            <p:cNvPr id="43" name="テキスト ボックス 42">
              <a:extLst>
                <a:ext uri="{FF2B5EF4-FFF2-40B4-BE49-F238E27FC236}">
                  <a16:creationId xmlns:a16="http://schemas.microsoft.com/office/drawing/2014/main" id="{E563B740-C1F1-DCB8-BD98-2DAE59D3B4E6}"/>
                </a:ext>
              </a:extLst>
            </p:cNvPr>
            <p:cNvSpPr txBox="1"/>
            <p:nvPr/>
          </p:nvSpPr>
          <p:spPr>
            <a:xfrm>
              <a:off x="9777658" y="1572067"/>
              <a:ext cx="96005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ja-JP" sz="1400">
                  <a:solidFill>
                    <a:sysClr val="windowText" lastClr="000000"/>
                  </a:solidFill>
                </a:rPr>
                <a:t>SDF</a:t>
              </a:r>
              <a:endParaRPr lang="ja-JP" altLang="en-US" sz="1400"/>
            </a:p>
          </p:txBody>
        </p:sp>
        <p:sp>
          <p:nvSpPr>
            <p:cNvPr id="44" name="四角形: 角を丸くする 43">
              <a:extLst>
                <a:ext uri="{FF2B5EF4-FFF2-40B4-BE49-F238E27FC236}">
                  <a16:creationId xmlns:a16="http://schemas.microsoft.com/office/drawing/2014/main" id="{0F46E34E-E098-82A9-9E70-8660BF59F956}"/>
                </a:ext>
              </a:extLst>
            </p:cNvPr>
            <p:cNvSpPr/>
            <p:nvPr/>
          </p:nvSpPr>
          <p:spPr>
            <a:xfrm>
              <a:off x="10690273" y="1776691"/>
              <a:ext cx="1260802" cy="751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ysClr val="windowText" lastClr="000000"/>
                  </a:solidFill>
                </a:rPr>
                <a:t>TEMPUS</a:t>
              </a:r>
            </a:p>
            <a:p>
              <a:pPr algn="ctr"/>
              <a:r>
                <a:rPr kumimoji="1" lang="en-US" altLang="ja-JP" dirty="0">
                  <a:solidFill>
                    <a:sysClr val="windowText" lastClr="000000"/>
                  </a:solidFill>
                </a:rPr>
                <a:t>(STA)</a:t>
              </a:r>
              <a:endParaRPr kumimoji="1" lang="ja-JP" altLang="en-US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45" name="直線矢印コネクタ 44">
              <a:extLst>
                <a:ext uri="{FF2B5EF4-FFF2-40B4-BE49-F238E27FC236}">
                  <a16:creationId xmlns:a16="http://schemas.microsoft.com/office/drawing/2014/main" id="{5648F2F4-C9BB-3EA6-67AF-B79C5BE42F2F}"/>
                </a:ext>
              </a:extLst>
            </p:cNvPr>
            <p:cNvCxnSpPr>
              <a:cxnSpLocks/>
              <a:endCxn id="44" idx="1"/>
            </p:cNvCxnSpPr>
            <p:nvPr/>
          </p:nvCxnSpPr>
          <p:spPr>
            <a:xfrm>
              <a:off x="9951602" y="2147884"/>
              <a:ext cx="738671" cy="430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C2BFC76D-F844-45CE-957F-60A09DF5618F}"/>
              </a:ext>
            </a:extLst>
          </p:cNvPr>
          <p:cNvSpPr txBox="1"/>
          <p:nvPr/>
        </p:nvSpPr>
        <p:spPr>
          <a:xfrm>
            <a:off x="7188489" y="5581438"/>
            <a:ext cx="4942772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altLang="ja-JP" dirty="0"/>
              <a:t>Cadence Genus 21.1</a:t>
            </a: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altLang="ja-JP" dirty="0"/>
              <a:t>Cadence </a:t>
            </a:r>
            <a:r>
              <a:rPr lang="en-US" altLang="ja-JP" dirty="0" err="1"/>
              <a:t>Innovus</a:t>
            </a:r>
            <a:r>
              <a:rPr lang="en-US" altLang="ja-JP" dirty="0"/>
              <a:t> 21.1</a:t>
            </a: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altLang="ja-JP" dirty="0"/>
              <a:t>Cadence </a:t>
            </a:r>
            <a:r>
              <a:rPr lang="en-US" altLang="ja-JP" dirty="0" err="1"/>
              <a:t>Quantus</a:t>
            </a:r>
            <a:r>
              <a:rPr lang="en-US" altLang="ja-JP" dirty="0"/>
              <a:t> 21.1 and Tempus 21.1</a:t>
            </a: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altLang="ja-JP" dirty="0"/>
              <a:t>XCELIUM 23.03 with SDF back-annotation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25811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E78E80B-0EC8-AB6B-5052-2DD63D14B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7BDF-BBE8-459F-AB46-F09C8B0A9A6C}" type="slidenum">
              <a:rPr kumimoji="1" lang="ja-JP" altLang="en-US" smtClean="0"/>
              <a:t>5</a:t>
            </a:fld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E41A5EDE-954A-477F-D643-9ACE9FF5B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MLP Structure</a:t>
            </a:r>
            <a:endParaRPr kumimoji="1" lang="ja-JP" altLang="en-US" dirty="0"/>
          </a:p>
        </p:txBody>
      </p:sp>
      <p:pic>
        <p:nvPicPr>
          <p:cNvPr id="11" name="図 10" descr="テキス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351AEC38-D203-A3E2-4B5F-2CA7DD889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609" y="3289828"/>
            <a:ext cx="1371791" cy="1371791"/>
          </a:xfrm>
          <a:prstGeom prst="rect">
            <a:avLst/>
          </a:prstGeom>
        </p:spPr>
      </p:pic>
      <p:grpSp>
        <p:nvGrpSpPr>
          <p:cNvPr id="124" name="グループ化 123">
            <a:extLst>
              <a:ext uri="{FF2B5EF4-FFF2-40B4-BE49-F238E27FC236}">
                <a16:creationId xmlns:a16="http://schemas.microsoft.com/office/drawing/2014/main" id="{C72DF68A-9722-ABB0-E4B4-2AC8FA6C5BB2}"/>
              </a:ext>
            </a:extLst>
          </p:cNvPr>
          <p:cNvGrpSpPr/>
          <p:nvPr/>
        </p:nvGrpSpPr>
        <p:grpSpPr>
          <a:xfrm>
            <a:off x="4267200" y="1333500"/>
            <a:ext cx="4931610" cy="4882827"/>
            <a:chOff x="2946400" y="1498600"/>
            <a:chExt cx="4931610" cy="4882827"/>
          </a:xfrm>
        </p:grpSpPr>
        <p:sp>
          <p:nvSpPr>
            <p:cNvPr id="5" name="楕円 4">
              <a:extLst>
                <a:ext uri="{FF2B5EF4-FFF2-40B4-BE49-F238E27FC236}">
                  <a16:creationId xmlns:a16="http://schemas.microsoft.com/office/drawing/2014/main" id="{6235BBC6-119D-3667-D411-C7D0623BA3A2}"/>
                </a:ext>
              </a:extLst>
            </p:cNvPr>
            <p:cNvSpPr/>
            <p:nvPr/>
          </p:nvSpPr>
          <p:spPr>
            <a:xfrm>
              <a:off x="2946400" y="1498600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楕円 5">
              <a:extLst>
                <a:ext uri="{FF2B5EF4-FFF2-40B4-BE49-F238E27FC236}">
                  <a16:creationId xmlns:a16="http://schemas.microsoft.com/office/drawing/2014/main" id="{91566269-0BF9-22A3-F325-FA364DC35C54}"/>
                </a:ext>
              </a:extLst>
            </p:cNvPr>
            <p:cNvSpPr/>
            <p:nvPr/>
          </p:nvSpPr>
          <p:spPr>
            <a:xfrm>
              <a:off x="2946400" y="2241227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92A1596E-7238-9B3C-E12B-D20C11AF47F7}"/>
                </a:ext>
              </a:extLst>
            </p:cNvPr>
            <p:cNvSpPr/>
            <p:nvPr/>
          </p:nvSpPr>
          <p:spPr>
            <a:xfrm>
              <a:off x="2946400" y="2983854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楕円 7">
              <a:extLst>
                <a:ext uri="{FF2B5EF4-FFF2-40B4-BE49-F238E27FC236}">
                  <a16:creationId xmlns:a16="http://schemas.microsoft.com/office/drawing/2014/main" id="{F3DAD9AF-6598-79F8-14B1-9DCC058C09D8}"/>
                </a:ext>
              </a:extLst>
            </p:cNvPr>
            <p:cNvSpPr/>
            <p:nvPr/>
          </p:nvSpPr>
          <p:spPr>
            <a:xfrm>
              <a:off x="2946400" y="5118100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楕円 8">
              <a:extLst>
                <a:ext uri="{FF2B5EF4-FFF2-40B4-BE49-F238E27FC236}">
                  <a16:creationId xmlns:a16="http://schemas.microsoft.com/office/drawing/2014/main" id="{2377B013-F7B0-A311-5F63-78A74985373C}"/>
                </a:ext>
              </a:extLst>
            </p:cNvPr>
            <p:cNvSpPr/>
            <p:nvPr/>
          </p:nvSpPr>
          <p:spPr>
            <a:xfrm>
              <a:off x="2946400" y="5860727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742234AE-C93F-CEBD-0D13-6205589F90FD}"/>
                </a:ext>
              </a:extLst>
            </p:cNvPr>
            <p:cNvSpPr/>
            <p:nvPr/>
          </p:nvSpPr>
          <p:spPr>
            <a:xfrm>
              <a:off x="4521200" y="1936104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CC0B443F-FC3C-E78D-C62E-78D6D7173B0A}"/>
                </a:ext>
              </a:extLst>
            </p:cNvPr>
            <p:cNvSpPr/>
            <p:nvPr/>
          </p:nvSpPr>
          <p:spPr>
            <a:xfrm>
              <a:off x="4521200" y="2678731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楕円 14">
              <a:extLst>
                <a:ext uri="{FF2B5EF4-FFF2-40B4-BE49-F238E27FC236}">
                  <a16:creationId xmlns:a16="http://schemas.microsoft.com/office/drawing/2014/main" id="{8AC7A48C-C88A-35ED-A738-119D22B0BE54}"/>
                </a:ext>
              </a:extLst>
            </p:cNvPr>
            <p:cNvSpPr/>
            <p:nvPr/>
          </p:nvSpPr>
          <p:spPr>
            <a:xfrm>
              <a:off x="4521200" y="5600377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楕円 16">
              <a:extLst>
                <a:ext uri="{FF2B5EF4-FFF2-40B4-BE49-F238E27FC236}">
                  <a16:creationId xmlns:a16="http://schemas.microsoft.com/office/drawing/2014/main" id="{A4846E42-7A57-4D21-3479-D2BA3405E603}"/>
                </a:ext>
              </a:extLst>
            </p:cNvPr>
            <p:cNvSpPr/>
            <p:nvPr/>
          </p:nvSpPr>
          <p:spPr>
            <a:xfrm>
              <a:off x="5842000" y="3012476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楕円 17">
              <a:extLst>
                <a:ext uri="{FF2B5EF4-FFF2-40B4-BE49-F238E27FC236}">
                  <a16:creationId xmlns:a16="http://schemas.microsoft.com/office/drawing/2014/main" id="{C3032718-621C-B101-EEC0-DFFC5DF7481A}"/>
                </a:ext>
              </a:extLst>
            </p:cNvPr>
            <p:cNvSpPr/>
            <p:nvPr/>
          </p:nvSpPr>
          <p:spPr>
            <a:xfrm>
              <a:off x="5842000" y="2314527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楕円 18">
              <a:extLst>
                <a:ext uri="{FF2B5EF4-FFF2-40B4-BE49-F238E27FC236}">
                  <a16:creationId xmlns:a16="http://schemas.microsoft.com/office/drawing/2014/main" id="{B63AC975-D8A8-07C0-87B6-BA5BEDADD80C}"/>
                </a:ext>
              </a:extLst>
            </p:cNvPr>
            <p:cNvSpPr/>
            <p:nvPr/>
          </p:nvSpPr>
          <p:spPr>
            <a:xfrm>
              <a:off x="5842000" y="5118100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楕円 20">
              <a:extLst>
                <a:ext uri="{FF2B5EF4-FFF2-40B4-BE49-F238E27FC236}">
                  <a16:creationId xmlns:a16="http://schemas.microsoft.com/office/drawing/2014/main" id="{A9D3876E-8209-2B73-7F36-9F7FD10B3B4E}"/>
                </a:ext>
              </a:extLst>
            </p:cNvPr>
            <p:cNvSpPr/>
            <p:nvPr/>
          </p:nvSpPr>
          <p:spPr>
            <a:xfrm>
              <a:off x="7124702" y="3376680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楕円 21">
              <a:extLst>
                <a:ext uri="{FF2B5EF4-FFF2-40B4-BE49-F238E27FC236}">
                  <a16:creationId xmlns:a16="http://schemas.microsoft.com/office/drawing/2014/main" id="{51CE4C7D-4BF0-4BFB-C378-E42EF8952D90}"/>
                </a:ext>
              </a:extLst>
            </p:cNvPr>
            <p:cNvSpPr/>
            <p:nvPr/>
          </p:nvSpPr>
          <p:spPr>
            <a:xfrm>
              <a:off x="7124702" y="2678731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楕円 22">
              <a:extLst>
                <a:ext uri="{FF2B5EF4-FFF2-40B4-BE49-F238E27FC236}">
                  <a16:creationId xmlns:a16="http://schemas.microsoft.com/office/drawing/2014/main" id="{EDA848FF-2A05-A6BF-3989-FA455D64D492}"/>
                </a:ext>
              </a:extLst>
            </p:cNvPr>
            <p:cNvSpPr/>
            <p:nvPr/>
          </p:nvSpPr>
          <p:spPr>
            <a:xfrm>
              <a:off x="7124702" y="4787445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D18203C0-2997-DBE8-A5D5-7024F88FC1A6}"/>
                </a:ext>
              </a:extLst>
            </p:cNvPr>
            <p:cNvSpPr txBox="1"/>
            <p:nvPr/>
          </p:nvSpPr>
          <p:spPr>
            <a:xfrm>
              <a:off x="2988846" y="4045744"/>
              <a:ext cx="677108" cy="101687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3200" dirty="0"/>
                <a:t>......</a:t>
              </a:r>
              <a:endParaRPr kumimoji="1" lang="ja-JP" altLang="en-US" sz="3200" dirty="0"/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587F668A-0EA0-FDEA-77BC-AA1B1997B490}"/>
                </a:ext>
              </a:extLst>
            </p:cNvPr>
            <p:cNvSpPr txBox="1"/>
            <p:nvPr/>
          </p:nvSpPr>
          <p:spPr>
            <a:xfrm>
              <a:off x="4576686" y="4045744"/>
              <a:ext cx="677108" cy="101687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3200" dirty="0"/>
                <a:t>......</a:t>
              </a:r>
              <a:endParaRPr kumimoji="1" lang="ja-JP" altLang="en-US" sz="3200" dirty="0"/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3FE7B0F4-ACF6-820E-8D2C-0F4AD01C207C}"/>
                </a:ext>
              </a:extLst>
            </p:cNvPr>
            <p:cNvSpPr txBox="1"/>
            <p:nvPr/>
          </p:nvSpPr>
          <p:spPr>
            <a:xfrm>
              <a:off x="5880100" y="4045744"/>
              <a:ext cx="677108" cy="101687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3200" dirty="0"/>
                <a:t>......</a:t>
              </a:r>
              <a:endParaRPr kumimoji="1" lang="ja-JP" altLang="en-US" sz="3200" dirty="0"/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4ED5F658-A6B9-FF20-FEFF-DD4334F4CEE7}"/>
                </a:ext>
              </a:extLst>
            </p:cNvPr>
            <p:cNvSpPr txBox="1"/>
            <p:nvPr/>
          </p:nvSpPr>
          <p:spPr>
            <a:xfrm>
              <a:off x="7200902" y="4045744"/>
              <a:ext cx="677108" cy="101687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3200" dirty="0"/>
                <a:t>......</a:t>
              </a:r>
              <a:endParaRPr kumimoji="1" lang="ja-JP" altLang="en-US" sz="3200" dirty="0"/>
            </a:p>
          </p:txBody>
        </p:sp>
        <p:cxnSp>
          <p:nvCxnSpPr>
            <p:cNvPr id="29" name="直線コネクタ 28">
              <a:extLst>
                <a:ext uri="{FF2B5EF4-FFF2-40B4-BE49-F238E27FC236}">
                  <a16:creationId xmlns:a16="http://schemas.microsoft.com/office/drawing/2014/main" id="{DCA08CE0-1D6A-9E56-A898-FEA01385CCA9}"/>
                </a:ext>
              </a:extLst>
            </p:cNvPr>
            <p:cNvCxnSpPr>
              <a:stCxn id="5" idx="6"/>
              <a:endCxn id="13" idx="2"/>
            </p:cNvCxnSpPr>
            <p:nvPr/>
          </p:nvCxnSpPr>
          <p:spPr>
            <a:xfrm>
              <a:off x="3454400" y="1758950"/>
              <a:ext cx="1066800" cy="437504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コネクタ 29">
              <a:extLst>
                <a:ext uri="{FF2B5EF4-FFF2-40B4-BE49-F238E27FC236}">
                  <a16:creationId xmlns:a16="http://schemas.microsoft.com/office/drawing/2014/main" id="{C71B3F35-8EEF-6A73-56F3-5C19548FF141}"/>
                </a:ext>
              </a:extLst>
            </p:cNvPr>
            <p:cNvCxnSpPr>
              <a:cxnSpLocks/>
              <a:stCxn id="6" idx="6"/>
              <a:endCxn id="13" idx="2"/>
            </p:cNvCxnSpPr>
            <p:nvPr/>
          </p:nvCxnSpPr>
          <p:spPr>
            <a:xfrm flipV="1">
              <a:off x="3454400" y="2196454"/>
              <a:ext cx="1066800" cy="305123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コネクタ 32">
              <a:extLst>
                <a:ext uri="{FF2B5EF4-FFF2-40B4-BE49-F238E27FC236}">
                  <a16:creationId xmlns:a16="http://schemas.microsoft.com/office/drawing/2014/main" id="{3D96EC8A-2BD1-539D-94AF-B664273AA4E1}"/>
                </a:ext>
              </a:extLst>
            </p:cNvPr>
            <p:cNvCxnSpPr>
              <a:cxnSpLocks/>
              <a:stCxn id="7" idx="6"/>
              <a:endCxn id="13" idx="2"/>
            </p:cNvCxnSpPr>
            <p:nvPr/>
          </p:nvCxnSpPr>
          <p:spPr>
            <a:xfrm flipV="1">
              <a:off x="3454400" y="2196454"/>
              <a:ext cx="1066800" cy="10477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コネクタ 35">
              <a:extLst>
                <a:ext uri="{FF2B5EF4-FFF2-40B4-BE49-F238E27FC236}">
                  <a16:creationId xmlns:a16="http://schemas.microsoft.com/office/drawing/2014/main" id="{35E7F5E9-25B0-8E50-2EEA-6A5169A82671}"/>
                </a:ext>
              </a:extLst>
            </p:cNvPr>
            <p:cNvCxnSpPr>
              <a:cxnSpLocks/>
              <a:stCxn id="8" idx="6"/>
              <a:endCxn id="13" idx="2"/>
            </p:cNvCxnSpPr>
            <p:nvPr/>
          </p:nvCxnSpPr>
          <p:spPr>
            <a:xfrm flipV="1">
              <a:off x="3454400" y="2196454"/>
              <a:ext cx="1066800" cy="3181996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コネクタ 38">
              <a:extLst>
                <a:ext uri="{FF2B5EF4-FFF2-40B4-BE49-F238E27FC236}">
                  <a16:creationId xmlns:a16="http://schemas.microsoft.com/office/drawing/2014/main" id="{123BDE75-93CA-7385-CB44-2CDD60A79569}"/>
                </a:ext>
              </a:extLst>
            </p:cNvPr>
            <p:cNvCxnSpPr>
              <a:cxnSpLocks/>
              <a:stCxn id="9" idx="6"/>
              <a:endCxn id="13" idx="2"/>
            </p:cNvCxnSpPr>
            <p:nvPr/>
          </p:nvCxnSpPr>
          <p:spPr>
            <a:xfrm flipV="1">
              <a:off x="3454400" y="2196454"/>
              <a:ext cx="1066800" cy="3924623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コネクタ 41">
              <a:extLst>
                <a:ext uri="{FF2B5EF4-FFF2-40B4-BE49-F238E27FC236}">
                  <a16:creationId xmlns:a16="http://schemas.microsoft.com/office/drawing/2014/main" id="{47A1F07F-4560-97AC-4D72-77693CEE751A}"/>
                </a:ext>
              </a:extLst>
            </p:cNvPr>
            <p:cNvCxnSpPr>
              <a:cxnSpLocks/>
              <a:stCxn id="5" idx="6"/>
              <a:endCxn id="14" idx="2"/>
            </p:cNvCxnSpPr>
            <p:nvPr/>
          </p:nvCxnSpPr>
          <p:spPr>
            <a:xfrm>
              <a:off x="3454400" y="1758950"/>
              <a:ext cx="1066800" cy="1180131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コネクタ 44">
              <a:extLst>
                <a:ext uri="{FF2B5EF4-FFF2-40B4-BE49-F238E27FC236}">
                  <a16:creationId xmlns:a16="http://schemas.microsoft.com/office/drawing/2014/main" id="{73E181DE-CF42-5EF7-37DE-09F213C42B99}"/>
                </a:ext>
              </a:extLst>
            </p:cNvPr>
            <p:cNvCxnSpPr>
              <a:cxnSpLocks/>
              <a:stCxn id="6" idx="6"/>
              <a:endCxn id="14" idx="2"/>
            </p:cNvCxnSpPr>
            <p:nvPr/>
          </p:nvCxnSpPr>
          <p:spPr>
            <a:xfrm>
              <a:off x="3454400" y="2501577"/>
              <a:ext cx="1066800" cy="437504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コネクタ 47">
              <a:extLst>
                <a:ext uri="{FF2B5EF4-FFF2-40B4-BE49-F238E27FC236}">
                  <a16:creationId xmlns:a16="http://schemas.microsoft.com/office/drawing/2014/main" id="{7C0DADCB-789D-DC07-DF15-5A49CDDB4E87}"/>
                </a:ext>
              </a:extLst>
            </p:cNvPr>
            <p:cNvCxnSpPr>
              <a:cxnSpLocks/>
              <a:stCxn id="7" idx="6"/>
              <a:endCxn id="14" idx="2"/>
            </p:cNvCxnSpPr>
            <p:nvPr/>
          </p:nvCxnSpPr>
          <p:spPr>
            <a:xfrm flipV="1">
              <a:off x="3454400" y="2939081"/>
              <a:ext cx="1066800" cy="305123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473802DF-C47A-F843-3E62-89F7C204867E}"/>
                </a:ext>
              </a:extLst>
            </p:cNvPr>
            <p:cNvCxnSpPr>
              <a:cxnSpLocks/>
              <a:stCxn id="7" idx="6"/>
              <a:endCxn id="15" idx="2"/>
            </p:cNvCxnSpPr>
            <p:nvPr/>
          </p:nvCxnSpPr>
          <p:spPr>
            <a:xfrm>
              <a:off x="3454400" y="3244204"/>
              <a:ext cx="1066800" cy="2616523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コネクタ 53">
              <a:extLst>
                <a:ext uri="{FF2B5EF4-FFF2-40B4-BE49-F238E27FC236}">
                  <a16:creationId xmlns:a16="http://schemas.microsoft.com/office/drawing/2014/main" id="{D0F10DCB-69AE-C65A-6CEA-B6AD2CAEAD1D}"/>
                </a:ext>
              </a:extLst>
            </p:cNvPr>
            <p:cNvCxnSpPr>
              <a:cxnSpLocks/>
              <a:stCxn id="6" idx="6"/>
              <a:endCxn id="15" idx="2"/>
            </p:cNvCxnSpPr>
            <p:nvPr/>
          </p:nvCxnSpPr>
          <p:spPr>
            <a:xfrm>
              <a:off x="3454400" y="2501577"/>
              <a:ext cx="1066800" cy="3359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線コネクタ 56">
              <a:extLst>
                <a:ext uri="{FF2B5EF4-FFF2-40B4-BE49-F238E27FC236}">
                  <a16:creationId xmlns:a16="http://schemas.microsoft.com/office/drawing/2014/main" id="{71A4A0F2-8731-712C-2166-9065CD681BC4}"/>
                </a:ext>
              </a:extLst>
            </p:cNvPr>
            <p:cNvCxnSpPr>
              <a:cxnSpLocks/>
              <a:stCxn id="5" idx="6"/>
              <a:endCxn id="15" idx="2"/>
            </p:cNvCxnSpPr>
            <p:nvPr/>
          </p:nvCxnSpPr>
          <p:spPr>
            <a:xfrm>
              <a:off x="3454400" y="1758950"/>
              <a:ext cx="1066800" cy="4101777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コネクタ 59">
              <a:extLst>
                <a:ext uri="{FF2B5EF4-FFF2-40B4-BE49-F238E27FC236}">
                  <a16:creationId xmlns:a16="http://schemas.microsoft.com/office/drawing/2014/main" id="{94E97394-4DBE-9D09-3960-21866FC71556}"/>
                </a:ext>
              </a:extLst>
            </p:cNvPr>
            <p:cNvCxnSpPr>
              <a:cxnSpLocks/>
              <a:stCxn id="8" idx="6"/>
              <a:endCxn id="15" idx="2"/>
            </p:cNvCxnSpPr>
            <p:nvPr/>
          </p:nvCxnSpPr>
          <p:spPr>
            <a:xfrm>
              <a:off x="3454400" y="5378450"/>
              <a:ext cx="1066800" cy="482277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コネクタ 65">
              <a:extLst>
                <a:ext uri="{FF2B5EF4-FFF2-40B4-BE49-F238E27FC236}">
                  <a16:creationId xmlns:a16="http://schemas.microsoft.com/office/drawing/2014/main" id="{CACFDEE1-3277-099A-C57A-E0D7734C5960}"/>
                </a:ext>
              </a:extLst>
            </p:cNvPr>
            <p:cNvCxnSpPr>
              <a:cxnSpLocks/>
              <a:stCxn id="9" idx="6"/>
              <a:endCxn id="15" idx="2"/>
            </p:cNvCxnSpPr>
            <p:nvPr/>
          </p:nvCxnSpPr>
          <p:spPr>
            <a:xfrm flipV="1">
              <a:off x="3454400" y="5860727"/>
              <a:ext cx="1066800" cy="2603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線コネクタ 68">
              <a:extLst>
                <a:ext uri="{FF2B5EF4-FFF2-40B4-BE49-F238E27FC236}">
                  <a16:creationId xmlns:a16="http://schemas.microsoft.com/office/drawing/2014/main" id="{F65D03FB-C6D9-28E2-7AD7-89727DCAB122}"/>
                </a:ext>
              </a:extLst>
            </p:cNvPr>
            <p:cNvCxnSpPr>
              <a:cxnSpLocks/>
              <a:stCxn id="15" idx="6"/>
              <a:endCxn id="19" idx="2"/>
            </p:cNvCxnSpPr>
            <p:nvPr/>
          </p:nvCxnSpPr>
          <p:spPr>
            <a:xfrm flipV="1">
              <a:off x="5029200" y="5378450"/>
              <a:ext cx="812800" cy="482277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線コネクタ 71">
              <a:extLst>
                <a:ext uri="{FF2B5EF4-FFF2-40B4-BE49-F238E27FC236}">
                  <a16:creationId xmlns:a16="http://schemas.microsoft.com/office/drawing/2014/main" id="{11FF433F-2DF0-F61B-B4EA-1F6FC1770493}"/>
                </a:ext>
              </a:extLst>
            </p:cNvPr>
            <p:cNvCxnSpPr>
              <a:cxnSpLocks/>
              <a:stCxn id="15" idx="6"/>
              <a:endCxn id="17" idx="2"/>
            </p:cNvCxnSpPr>
            <p:nvPr/>
          </p:nvCxnSpPr>
          <p:spPr>
            <a:xfrm flipV="1">
              <a:off x="5029200" y="3272826"/>
              <a:ext cx="812800" cy="2587901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コネクタ 74">
              <a:extLst>
                <a:ext uri="{FF2B5EF4-FFF2-40B4-BE49-F238E27FC236}">
                  <a16:creationId xmlns:a16="http://schemas.microsoft.com/office/drawing/2014/main" id="{2192890C-007C-89C2-D8B0-5F1C7E864F97}"/>
                </a:ext>
              </a:extLst>
            </p:cNvPr>
            <p:cNvCxnSpPr>
              <a:cxnSpLocks/>
              <a:stCxn id="15" idx="6"/>
              <a:endCxn id="18" idx="2"/>
            </p:cNvCxnSpPr>
            <p:nvPr/>
          </p:nvCxnSpPr>
          <p:spPr>
            <a:xfrm flipV="1">
              <a:off x="5029200" y="2574877"/>
              <a:ext cx="812800" cy="32858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線コネクタ 77">
              <a:extLst>
                <a:ext uri="{FF2B5EF4-FFF2-40B4-BE49-F238E27FC236}">
                  <a16:creationId xmlns:a16="http://schemas.microsoft.com/office/drawing/2014/main" id="{10640C5F-A0A1-2883-3094-5B3FA4AD2038}"/>
                </a:ext>
              </a:extLst>
            </p:cNvPr>
            <p:cNvCxnSpPr>
              <a:cxnSpLocks/>
              <a:stCxn id="18" idx="2"/>
              <a:endCxn id="13" idx="6"/>
            </p:cNvCxnSpPr>
            <p:nvPr/>
          </p:nvCxnSpPr>
          <p:spPr>
            <a:xfrm flipH="1" flipV="1">
              <a:off x="5029200" y="2196454"/>
              <a:ext cx="812800" cy="378423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線コネクタ 80">
              <a:extLst>
                <a:ext uri="{FF2B5EF4-FFF2-40B4-BE49-F238E27FC236}">
                  <a16:creationId xmlns:a16="http://schemas.microsoft.com/office/drawing/2014/main" id="{303642C2-83F4-B51F-A300-8DB292160DAC}"/>
                </a:ext>
              </a:extLst>
            </p:cNvPr>
            <p:cNvCxnSpPr>
              <a:cxnSpLocks/>
              <a:stCxn id="17" idx="2"/>
              <a:endCxn id="13" idx="6"/>
            </p:cNvCxnSpPr>
            <p:nvPr/>
          </p:nvCxnSpPr>
          <p:spPr>
            <a:xfrm flipH="1" flipV="1">
              <a:off x="5029200" y="2196454"/>
              <a:ext cx="812800" cy="1076372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線コネクタ 84">
              <a:extLst>
                <a:ext uri="{FF2B5EF4-FFF2-40B4-BE49-F238E27FC236}">
                  <a16:creationId xmlns:a16="http://schemas.microsoft.com/office/drawing/2014/main" id="{41DCA0C7-FED0-CB5D-39FD-B34635407429}"/>
                </a:ext>
              </a:extLst>
            </p:cNvPr>
            <p:cNvCxnSpPr>
              <a:cxnSpLocks/>
              <a:stCxn id="17" idx="2"/>
              <a:endCxn id="14" idx="6"/>
            </p:cNvCxnSpPr>
            <p:nvPr/>
          </p:nvCxnSpPr>
          <p:spPr>
            <a:xfrm flipH="1" flipV="1">
              <a:off x="5029200" y="2939081"/>
              <a:ext cx="812800" cy="333745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線コネクタ 87">
              <a:extLst>
                <a:ext uri="{FF2B5EF4-FFF2-40B4-BE49-F238E27FC236}">
                  <a16:creationId xmlns:a16="http://schemas.microsoft.com/office/drawing/2014/main" id="{9FB8E92F-BBE3-A198-0252-4E5C592757BE}"/>
                </a:ext>
              </a:extLst>
            </p:cNvPr>
            <p:cNvCxnSpPr>
              <a:cxnSpLocks/>
              <a:stCxn id="19" idx="2"/>
              <a:endCxn id="14" idx="6"/>
            </p:cNvCxnSpPr>
            <p:nvPr/>
          </p:nvCxnSpPr>
          <p:spPr>
            <a:xfrm flipH="1" flipV="1">
              <a:off x="5029200" y="2939081"/>
              <a:ext cx="812800" cy="2439369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線コネクタ 90">
              <a:extLst>
                <a:ext uri="{FF2B5EF4-FFF2-40B4-BE49-F238E27FC236}">
                  <a16:creationId xmlns:a16="http://schemas.microsoft.com/office/drawing/2014/main" id="{8B769930-5E9B-82B7-CF7C-ED99CAE65533}"/>
                </a:ext>
              </a:extLst>
            </p:cNvPr>
            <p:cNvCxnSpPr>
              <a:cxnSpLocks/>
              <a:stCxn id="18" idx="2"/>
              <a:endCxn id="14" idx="6"/>
            </p:cNvCxnSpPr>
            <p:nvPr/>
          </p:nvCxnSpPr>
          <p:spPr>
            <a:xfrm flipH="1">
              <a:off x="5029200" y="2574877"/>
              <a:ext cx="812800" cy="364204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線コネクタ 95">
              <a:extLst>
                <a:ext uri="{FF2B5EF4-FFF2-40B4-BE49-F238E27FC236}">
                  <a16:creationId xmlns:a16="http://schemas.microsoft.com/office/drawing/2014/main" id="{6EF85A44-653C-C144-70AA-FB020CD54C0F}"/>
                </a:ext>
              </a:extLst>
            </p:cNvPr>
            <p:cNvCxnSpPr>
              <a:cxnSpLocks/>
              <a:stCxn id="22" idx="2"/>
              <a:endCxn id="18" idx="6"/>
            </p:cNvCxnSpPr>
            <p:nvPr/>
          </p:nvCxnSpPr>
          <p:spPr>
            <a:xfrm flipH="1" flipV="1">
              <a:off x="6350000" y="2574877"/>
              <a:ext cx="774702" cy="364204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線コネクタ 98">
              <a:extLst>
                <a:ext uri="{FF2B5EF4-FFF2-40B4-BE49-F238E27FC236}">
                  <a16:creationId xmlns:a16="http://schemas.microsoft.com/office/drawing/2014/main" id="{DC0D5298-3A94-8AC0-5CC7-6D7C35DCCF41}"/>
                </a:ext>
              </a:extLst>
            </p:cNvPr>
            <p:cNvCxnSpPr>
              <a:cxnSpLocks/>
              <a:stCxn id="21" idx="2"/>
              <a:endCxn id="18" idx="6"/>
            </p:cNvCxnSpPr>
            <p:nvPr/>
          </p:nvCxnSpPr>
          <p:spPr>
            <a:xfrm flipH="1" flipV="1">
              <a:off x="6350000" y="2574877"/>
              <a:ext cx="774702" cy="1062153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線コネクタ 101">
              <a:extLst>
                <a:ext uri="{FF2B5EF4-FFF2-40B4-BE49-F238E27FC236}">
                  <a16:creationId xmlns:a16="http://schemas.microsoft.com/office/drawing/2014/main" id="{B7344D29-B11D-62D6-9100-1EB0D1DA32B2}"/>
                </a:ext>
              </a:extLst>
            </p:cNvPr>
            <p:cNvCxnSpPr>
              <a:cxnSpLocks/>
              <a:stCxn id="23" idx="2"/>
              <a:endCxn id="18" idx="6"/>
            </p:cNvCxnSpPr>
            <p:nvPr/>
          </p:nvCxnSpPr>
          <p:spPr>
            <a:xfrm flipH="1" flipV="1">
              <a:off x="6350000" y="2574877"/>
              <a:ext cx="774702" cy="2472918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線コネクタ 104">
              <a:extLst>
                <a:ext uri="{FF2B5EF4-FFF2-40B4-BE49-F238E27FC236}">
                  <a16:creationId xmlns:a16="http://schemas.microsoft.com/office/drawing/2014/main" id="{8E7874C5-CD19-995F-679B-B913FED442FD}"/>
                </a:ext>
              </a:extLst>
            </p:cNvPr>
            <p:cNvCxnSpPr>
              <a:cxnSpLocks/>
              <a:stCxn id="21" idx="2"/>
              <a:endCxn id="17" idx="6"/>
            </p:cNvCxnSpPr>
            <p:nvPr/>
          </p:nvCxnSpPr>
          <p:spPr>
            <a:xfrm flipH="1" flipV="1">
              <a:off x="6350000" y="3272826"/>
              <a:ext cx="774702" cy="364204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線コネクタ 107">
              <a:extLst>
                <a:ext uri="{FF2B5EF4-FFF2-40B4-BE49-F238E27FC236}">
                  <a16:creationId xmlns:a16="http://schemas.microsoft.com/office/drawing/2014/main" id="{D9448985-9479-A331-21B8-A010CABBA924}"/>
                </a:ext>
              </a:extLst>
            </p:cNvPr>
            <p:cNvCxnSpPr>
              <a:cxnSpLocks/>
              <a:stCxn id="22" idx="2"/>
              <a:endCxn id="17" idx="6"/>
            </p:cNvCxnSpPr>
            <p:nvPr/>
          </p:nvCxnSpPr>
          <p:spPr>
            <a:xfrm flipH="1">
              <a:off x="6350000" y="2939081"/>
              <a:ext cx="774702" cy="333745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線コネクタ 110">
              <a:extLst>
                <a:ext uri="{FF2B5EF4-FFF2-40B4-BE49-F238E27FC236}">
                  <a16:creationId xmlns:a16="http://schemas.microsoft.com/office/drawing/2014/main" id="{9B290253-DEC6-3929-06A0-F4BCE9FFE2B2}"/>
                </a:ext>
              </a:extLst>
            </p:cNvPr>
            <p:cNvCxnSpPr>
              <a:cxnSpLocks/>
              <a:endCxn id="17" idx="6"/>
            </p:cNvCxnSpPr>
            <p:nvPr/>
          </p:nvCxnSpPr>
          <p:spPr>
            <a:xfrm flipH="1" flipV="1">
              <a:off x="6350000" y="3272826"/>
              <a:ext cx="774702" cy="1845274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線コネクタ 113">
              <a:extLst>
                <a:ext uri="{FF2B5EF4-FFF2-40B4-BE49-F238E27FC236}">
                  <a16:creationId xmlns:a16="http://schemas.microsoft.com/office/drawing/2014/main" id="{C81DE56C-E334-33C1-42E0-DAD24674CB2E}"/>
                </a:ext>
              </a:extLst>
            </p:cNvPr>
            <p:cNvCxnSpPr>
              <a:cxnSpLocks/>
              <a:stCxn id="23" idx="2"/>
              <a:endCxn id="19" idx="6"/>
            </p:cNvCxnSpPr>
            <p:nvPr/>
          </p:nvCxnSpPr>
          <p:spPr>
            <a:xfrm flipH="1">
              <a:off x="6350000" y="5047795"/>
              <a:ext cx="774702" cy="330655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線コネクタ 115">
              <a:extLst>
                <a:ext uri="{FF2B5EF4-FFF2-40B4-BE49-F238E27FC236}">
                  <a16:creationId xmlns:a16="http://schemas.microsoft.com/office/drawing/2014/main" id="{6EBA320F-A917-51EF-F818-2184744BCE41}"/>
                </a:ext>
              </a:extLst>
            </p:cNvPr>
            <p:cNvCxnSpPr>
              <a:cxnSpLocks/>
              <a:stCxn id="21" idx="2"/>
              <a:endCxn id="19" idx="6"/>
            </p:cNvCxnSpPr>
            <p:nvPr/>
          </p:nvCxnSpPr>
          <p:spPr>
            <a:xfrm flipH="1">
              <a:off x="6350000" y="3637030"/>
              <a:ext cx="774702" cy="174142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線コネクタ 120">
              <a:extLst>
                <a:ext uri="{FF2B5EF4-FFF2-40B4-BE49-F238E27FC236}">
                  <a16:creationId xmlns:a16="http://schemas.microsoft.com/office/drawing/2014/main" id="{DB2651C6-0BA0-F523-ADCF-FF8B81A6FC45}"/>
                </a:ext>
              </a:extLst>
            </p:cNvPr>
            <p:cNvCxnSpPr>
              <a:cxnSpLocks/>
              <a:stCxn id="22" idx="2"/>
              <a:endCxn id="19" idx="6"/>
            </p:cNvCxnSpPr>
            <p:nvPr/>
          </p:nvCxnSpPr>
          <p:spPr>
            <a:xfrm flipH="1">
              <a:off x="6350000" y="2939081"/>
              <a:ext cx="774702" cy="2439369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テキスト ボックス 124">
            <a:extLst>
              <a:ext uri="{FF2B5EF4-FFF2-40B4-BE49-F238E27FC236}">
                <a16:creationId xmlns:a16="http://schemas.microsoft.com/office/drawing/2014/main" id="{AEA69A7A-B7F4-9576-6FDD-A3EEE1107BBA}"/>
              </a:ext>
            </a:extLst>
          </p:cNvPr>
          <p:cNvSpPr txBox="1"/>
          <p:nvPr/>
        </p:nvSpPr>
        <p:spPr>
          <a:xfrm>
            <a:off x="9198810" y="2511111"/>
            <a:ext cx="5293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0</a:t>
            </a:r>
            <a:endParaRPr kumimoji="1" lang="ja-JP" altLang="en-US" sz="2800" dirty="0"/>
          </a:p>
        </p:txBody>
      </p:sp>
      <p:sp>
        <p:nvSpPr>
          <p:cNvPr id="126" name="テキスト ボックス 125">
            <a:extLst>
              <a:ext uri="{FF2B5EF4-FFF2-40B4-BE49-F238E27FC236}">
                <a16:creationId xmlns:a16="http://schemas.microsoft.com/office/drawing/2014/main" id="{F80A9DDD-2F01-3F76-7281-215691293057}"/>
              </a:ext>
            </a:extLst>
          </p:cNvPr>
          <p:cNvSpPr txBox="1"/>
          <p:nvPr/>
        </p:nvSpPr>
        <p:spPr>
          <a:xfrm>
            <a:off x="9220204" y="3239832"/>
            <a:ext cx="5293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1</a:t>
            </a:r>
            <a:endParaRPr kumimoji="1" lang="ja-JP" altLang="en-US" sz="2800" dirty="0"/>
          </a:p>
        </p:txBody>
      </p:sp>
      <p:sp>
        <p:nvSpPr>
          <p:cNvPr id="127" name="テキスト ボックス 126">
            <a:extLst>
              <a:ext uri="{FF2B5EF4-FFF2-40B4-BE49-F238E27FC236}">
                <a16:creationId xmlns:a16="http://schemas.microsoft.com/office/drawing/2014/main" id="{39E85D68-D92A-A4E1-0BFF-EC66B4248F93}"/>
              </a:ext>
            </a:extLst>
          </p:cNvPr>
          <p:cNvSpPr txBox="1"/>
          <p:nvPr/>
        </p:nvSpPr>
        <p:spPr>
          <a:xfrm>
            <a:off x="9220204" y="4655882"/>
            <a:ext cx="5293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9</a:t>
            </a:r>
            <a:endParaRPr kumimoji="1" lang="ja-JP" altLang="en-US" sz="2800" dirty="0"/>
          </a:p>
        </p:txBody>
      </p:sp>
      <p:sp>
        <p:nvSpPr>
          <p:cNvPr id="128" name="テキスト ボックス 127">
            <a:extLst>
              <a:ext uri="{FF2B5EF4-FFF2-40B4-BE49-F238E27FC236}">
                <a16:creationId xmlns:a16="http://schemas.microsoft.com/office/drawing/2014/main" id="{63E0D778-28F0-FDEA-BFA8-D5F6DE1A2D42}"/>
              </a:ext>
            </a:extLst>
          </p:cNvPr>
          <p:cNvSpPr txBox="1"/>
          <p:nvPr/>
        </p:nvSpPr>
        <p:spPr>
          <a:xfrm>
            <a:off x="4068008" y="6323454"/>
            <a:ext cx="977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L1(784)</a:t>
            </a:r>
            <a:endParaRPr kumimoji="1" lang="ja-JP" altLang="en-US" dirty="0"/>
          </a:p>
        </p:txBody>
      </p:sp>
      <p:sp>
        <p:nvSpPr>
          <p:cNvPr id="129" name="テキスト ボックス 128">
            <a:extLst>
              <a:ext uri="{FF2B5EF4-FFF2-40B4-BE49-F238E27FC236}">
                <a16:creationId xmlns:a16="http://schemas.microsoft.com/office/drawing/2014/main" id="{86F267AC-016E-D8B6-5AEE-25C6A3506096}"/>
              </a:ext>
            </a:extLst>
          </p:cNvPr>
          <p:cNvSpPr txBox="1"/>
          <p:nvPr/>
        </p:nvSpPr>
        <p:spPr>
          <a:xfrm>
            <a:off x="5778500" y="6323454"/>
            <a:ext cx="81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L2(64)</a:t>
            </a:r>
            <a:endParaRPr kumimoji="1" lang="ja-JP" altLang="en-US" dirty="0"/>
          </a:p>
        </p:txBody>
      </p:sp>
      <p:sp>
        <p:nvSpPr>
          <p:cNvPr id="130" name="テキスト ボックス 129">
            <a:extLst>
              <a:ext uri="{FF2B5EF4-FFF2-40B4-BE49-F238E27FC236}">
                <a16:creationId xmlns:a16="http://schemas.microsoft.com/office/drawing/2014/main" id="{991C53AC-09C1-ADA9-E4A5-1FFC8F94BE7C}"/>
              </a:ext>
            </a:extLst>
          </p:cNvPr>
          <p:cNvSpPr txBox="1"/>
          <p:nvPr/>
        </p:nvSpPr>
        <p:spPr>
          <a:xfrm>
            <a:off x="7133054" y="6323454"/>
            <a:ext cx="81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L3(32)</a:t>
            </a:r>
            <a:endParaRPr kumimoji="1" lang="ja-JP" altLang="en-US" dirty="0"/>
          </a:p>
        </p:txBody>
      </p:sp>
      <p:sp>
        <p:nvSpPr>
          <p:cNvPr id="131" name="テキスト ボックス 130">
            <a:extLst>
              <a:ext uri="{FF2B5EF4-FFF2-40B4-BE49-F238E27FC236}">
                <a16:creationId xmlns:a16="http://schemas.microsoft.com/office/drawing/2014/main" id="{1838F343-6214-6941-BAA6-E8B6DC2DA6FC}"/>
              </a:ext>
            </a:extLst>
          </p:cNvPr>
          <p:cNvSpPr txBox="1"/>
          <p:nvPr/>
        </p:nvSpPr>
        <p:spPr>
          <a:xfrm>
            <a:off x="8521702" y="6323454"/>
            <a:ext cx="81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L4(10)</a:t>
            </a:r>
            <a:endParaRPr kumimoji="1" lang="ja-JP" altLang="en-US" dirty="0"/>
          </a:p>
        </p:txBody>
      </p:sp>
      <p:cxnSp>
        <p:nvCxnSpPr>
          <p:cNvPr id="139" name="直線コネクタ 138">
            <a:extLst>
              <a:ext uri="{FF2B5EF4-FFF2-40B4-BE49-F238E27FC236}">
                <a16:creationId xmlns:a16="http://schemas.microsoft.com/office/drawing/2014/main" id="{B17A8298-BA1B-72E8-9C0F-109BC05132DD}"/>
              </a:ext>
            </a:extLst>
          </p:cNvPr>
          <p:cNvCxnSpPr>
            <a:cxnSpLocks/>
            <a:stCxn id="8" idx="6"/>
            <a:endCxn id="14" idx="2"/>
          </p:cNvCxnSpPr>
          <p:nvPr/>
        </p:nvCxnSpPr>
        <p:spPr>
          <a:xfrm flipV="1">
            <a:off x="4775200" y="2773981"/>
            <a:ext cx="1066800" cy="2439369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コネクタ 141">
            <a:extLst>
              <a:ext uri="{FF2B5EF4-FFF2-40B4-BE49-F238E27FC236}">
                <a16:creationId xmlns:a16="http://schemas.microsoft.com/office/drawing/2014/main" id="{3704E0C7-4E2C-F077-8209-70A0D2DF56AC}"/>
              </a:ext>
            </a:extLst>
          </p:cNvPr>
          <p:cNvCxnSpPr>
            <a:cxnSpLocks/>
            <a:stCxn id="9" idx="6"/>
            <a:endCxn id="14" idx="2"/>
          </p:cNvCxnSpPr>
          <p:nvPr/>
        </p:nvCxnSpPr>
        <p:spPr>
          <a:xfrm flipV="1">
            <a:off x="4775200" y="2773981"/>
            <a:ext cx="1066800" cy="3181996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359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EED48F5-5521-73B3-2B87-594F37E59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7BDF-BBE8-459F-AB46-F09C8B0A9A6C}" type="slidenum">
              <a:rPr kumimoji="1" lang="ja-JP" altLang="en-US" smtClean="0"/>
              <a:t>6</a:t>
            </a:fld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95F2C2B8-B9EC-1270-680A-5FB1AE1D2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RTL Model</a:t>
            </a:r>
          </a:p>
        </p:txBody>
      </p:sp>
      <p:grpSp>
        <p:nvGrpSpPr>
          <p:cNvPr id="185" name="グループ化 184">
            <a:extLst>
              <a:ext uri="{FF2B5EF4-FFF2-40B4-BE49-F238E27FC236}">
                <a16:creationId xmlns:a16="http://schemas.microsoft.com/office/drawing/2014/main" id="{DE4BB3B0-8BAB-60FE-094F-F86DF7984B66}"/>
              </a:ext>
            </a:extLst>
          </p:cNvPr>
          <p:cNvGrpSpPr/>
          <p:nvPr/>
        </p:nvGrpSpPr>
        <p:grpSpPr>
          <a:xfrm>
            <a:off x="2589162" y="1914959"/>
            <a:ext cx="7013676" cy="4399682"/>
            <a:chOff x="1065048" y="1318270"/>
            <a:chExt cx="7013676" cy="4399682"/>
          </a:xfrm>
        </p:grpSpPr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FDE18A3A-DCD7-6380-971E-38511EB9CC12}"/>
                </a:ext>
              </a:extLst>
            </p:cNvPr>
            <p:cNvSpPr/>
            <p:nvPr/>
          </p:nvSpPr>
          <p:spPr>
            <a:xfrm>
              <a:off x="4560172" y="1354219"/>
              <a:ext cx="3518552" cy="281941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id="{725F6556-94E6-CA09-FB28-11D82E5CA8C2}"/>
                </a:ext>
              </a:extLst>
            </p:cNvPr>
            <p:cNvSpPr/>
            <p:nvPr/>
          </p:nvSpPr>
          <p:spPr>
            <a:xfrm>
              <a:off x="1088014" y="4252540"/>
              <a:ext cx="3416489" cy="146541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Cambria Math" panose="02040503050406030204" pitchFamily="18" charset="0"/>
              </a:endParaRPr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5724122A-9E9D-657A-5E5E-D644BEA6B6DF}"/>
                </a:ext>
              </a:extLst>
            </p:cNvPr>
            <p:cNvSpPr/>
            <p:nvPr/>
          </p:nvSpPr>
          <p:spPr>
            <a:xfrm rot="5400000">
              <a:off x="6440303" y="831501"/>
              <a:ext cx="321806" cy="219857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WVEC Register</a:t>
              </a:r>
              <a:endParaRPr kumimoji="1" lang="ja-JP" altLang="en-US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6D119B3A-AD8F-A9E1-4B53-A2949B96BF1A}"/>
                </a:ext>
              </a:extLst>
            </p:cNvPr>
            <p:cNvSpPr/>
            <p:nvPr/>
          </p:nvSpPr>
          <p:spPr>
            <a:xfrm>
              <a:off x="5037192" y="2352827"/>
              <a:ext cx="321806" cy="17764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XVEC Register</a:t>
              </a:r>
              <a:endParaRPr kumimoji="1" lang="ja-JP" altLang="en-US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42" name="直線矢印コネクタ 41">
              <a:extLst>
                <a:ext uri="{FF2B5EF4-FFF2-40B4-BE49-F238E27FC236}">
                  <a16:creationId xmlns:a16="http://schemas.microsoft.com/office/drawing/2014/main" id="{13037EF0-886B-89B3-D33B-87F38D1B4DE7}"/>
                </a:ext>
              </a:extLst>
            </p:cNvPr>
            <p:cNvCxnSpPr>
              <a:cxnSpLocks/>
              <a:endCxn id="40" idx="2"/>
            </p:cNvCxnSpPr>
            <p:nvPr/>
          </p:nvCxnSpPr>
          <p:spPr>
            <a:xfrm flipV="1">
              <a:off x="4715386" y="1930789"/>
              <a:ext cx="786533" cy="162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矢印コネクタ 42">
              <a:extLst>
                <a:ext uri="{FF2B5EF4-FFF2-40B4-BE49-F238E27FC236}">
                  <a16:creationId xmlns:a16="http://schemas.microsoft.com/office/drawing/2014/main" id="{78F13B6F-4CF3-9578-C0C0-12546E9E3489}"/>
                </a:ext>
              </a:extLst>
            </p:cNvPr>
            <p:cNvCxnSpPr>
              <a:cxnSpLocks/>
              <a:endCxn id="41" idx="1"/>
            </p:cNvCxnSpPr>
            <p:nvPr/>
          </p:nvCxnSpPr>
          <p:spPr>
            <a:xfrm flipV="1">
              <a:off x="4715386" y="3241072"/>
              <a:ext cx="321806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正方形/長方形 43">
              <a:extLst>
                <a:ext uri="{FF2B5EF4-FFF2-40B4-BE49-F238E27FC236}">
                  <a16:creationId xmlns:a16="http://schemas.microsoft.com/office/drawing/2014/main" id="{1257574E-8180-FCB8-E5BD-73EF8E3A8190}"/>
                </a:ext>
              </a:extLst>
            </p:cNvPr>
            <p:cNvSpPr/>
            <p:nvPr/>
          </p:nvSpPr>
          <p:spPr>
            <a:xfrm rot="5400000">
              <a:off x="5723904" y="2120091"/>
              <a:ext cx="348419" cy="4365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PE</a:t>
              </a:r>
              <a:endParaRPr kumimoji="1" lang="ja-JP" altLang="en-US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45" name="テキスト ボックス 44">
              <a:extLst>
                <a:ext uri="{FF2B5EF4-FFF2-40B4-BE49-F238E27FC236}">
                  <a16:creationId xmlns:a16="http://schemas.microsoft.com/office/drawing/2014/main" id="{F7FCD93A-FDE3-1569-FD94-14EBA17CF590}"/>
                </a:ext>
              </a:extLst>
            </p:cNvPr>
            <p:cNvSpPr txBox="1"/>
            <p:nvPr/>
          </p:nvSpPr>
          <p:spPr>
            <a:xfrm>
              <a:off x="6743696" y="2108543"/>
              <a:ext cx="427899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…</a:t>
              </a:r>
              <a:endParaRPr lang="ja-JP" altLang="en-US" dirty="0"/>
            </a:p>
          </p:txBody>
        </p:sp>
        <p:cxnSp>
          <p:nvCxnSpPr>
            <p:cNvPr id="46" name="直線コネクタ 45">
              <a:extLst>
                <a:ext uri="{FF2B5EF4-FFF2-40B4-BE49-F238E27FC236}">
                  <a16:creationId xmlns:a16="http://schemas.microsoft.com/office/drawing/2014/main" id="{62809F66-0EC3-0400-818B-4B8C6266F51E}"/>
                </a:ext>
              </a:extLst>
            </p:cNvPr>
            <p:cNvCxnSpPr>
              <a:cxnSpLocks/>
            </p:cNvCxnSpPr>
            <p:nvPr/>
          </p:nvCxnSpPr>
          <p:spPr>
            <a:xfrm>
              <a:off x="5369471" y="2639365"/>
              <a:ext cx="1835022" cy="688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コネクタ 46">
              <a:extLst>
                <a:ext uri="{FF2B5EF4-FFF2-40B4-BE49-F238E27FC236}">
                  <a16:creationId xmlns:a16="http://schemas.microsoft.com/office/drawing/2014/main" id="{BACD934A-3388-28C6-27F6-17D32703819D}"/>
                </a:ext>
              </a:extLst>
            </p:cNvPr>
            <p:cNvCxnSpPr>
              <a:cxnSpLocks/>
            </p:cNvCxnSpPr>
            <p:nvPr/>
          </p:nvCxnSpPr>
          <p:spPr>
            <a:xfrm>
              <a:off x="5597216" y="2394345"/>
              <a:ext cx="81085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コネクタ 47">
              <a:extLst>
                <a:ext uri="{FF2B5EF4-FFF2-40B4-BE49-F238E27FC236}">
                  <a16:creationId xmlns:a16="http://schemas.microsoft.com/office/drawing/2014/main" id="{3D6C21A9-5C8B-CA1F-CF97-0DE591860548}"/>
                </a:ext>
              </a:extLst>
            </p:cNvPr>
            <p:cNvCxnSpPr>
              <a:cxnSpLocks/>
            </p:cNvCxnSpPr>
            <p:nvPr/>
          </p:nvCxnSpPr>
          <p:spPr>
            <a:xfrm>
              <a:off x="5593166" y="2389938"/>
              <a:ext cx="539" cy="25190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矢印コネクタ 48">
              <a:extLst>
                <a:ext uri="{FF2B5EF4-FFF2-40B4-BE49-F238E27FC236}">
                  <a16:creationId xmlns:a16="http://schemas.microsoft.com/office/drawing/2014/main" id="{1EF2478D-FA4A-FC40-C1CE-9E574EC91749}"/>
                </a:ext>
              </a:extLst>
            </p:cNvPr>
            <p:cNvCxnSpPr>
              <a:cxnSpLocks/>
            </p:cNvCxnSpPr>
            <p:nvPr/>
          </p:nvCxnSpPr>
          <p:spPr>
            <a:xfrm>
              <a:off x="5897334" y="2581326"/>
              <a:ext cx="1913376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コネクタ 49">
              <a:extLst>
                <a:ext uri="{FF2B5EF4-FFF2-40B4-BE49-F238E27FC236}">
                  <a16:creationId xmlns:a16="http://schemas.microsoft.com/office/drawing/2014/main" id="{4C5D3156-C1F7-8ED1-DEBE-08E20019CBEB}"/>
                </a:ext>
              </a:extLst>
            </p:cNvPr>
            <p:cNvCxnSpPr>
              <a:cxnSpLocks/>
            </p:cNvCxnSpPr>
            <p:nvPr/>
          </p:nvCxnSpPr>
          <p:spPr>
            <a:xfrm>
              <a:off x="5537009" y="2091471"/>
              <a:ext cx="12359" cy="156093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テキスト ボックス 50">
              <a:extLst>
                <a:ext uri="{FF2B5EF4-FFF2-40B4-BE49-F238E27FC236}">
                  <a16:creationId xmlns:a16="http://schemas.microsoft.com/office/drawing/2014/main" id="{FE044C79-C962-3612-383F-AE8B6FFAEA4B}"/>
                </a:ext>
              </a:extLst>
            </p:cNvPr>
            <p:cNvSpPr txBox="1"/>
            <p:nvPr/>
          </p:nvSpPr>
          <p:spPr>
            <a:xfrm>
              <a:off x="4638096" y="1695933"/>
              <a:ext cx="539549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ja-JP" sz="1100" dirty="0" err="1">
                  <a:latin typeface="Cambria Math" panose="02040503050406030204" pitchFamily="18" charset="0"/>
                  <a:ea typeface="Cambria Math" panose="02040503050406030204" pitchFamily="18" charset="0"/>
                </a:rPr>
                <a:t>wvec</a:t>
              </a:r>
              <a:endParaRPr lang="ja-JP" altLang="en-US" sz="1100" dirty="0"/>
            </a:p>
          </p:txBody>
        </p:sp>
        <p:sp>
          <p:nvSpPr>
            <p:cNvPr id="52" name="テキスト ボックス 51">
              <a:extLst>
                <a:ext uri="{FF2B5EF4-FFF2-40B4-BE49-F238E27FC236}">
                  <a16:creationId xmlns:a16="http://schemas.microsoft.com/office/drawing/2014/main" id="{AD143A91-EAE9-C572-2958-6E492B002988}"/>
                </a:ext>
              </a:extLst>
            </p:cNvPr>
            <p:cNvSpPr txBox="1"/>
            <p:nvPr/>
          </p:nvSpPr>
          <p:spPr>
            <a:xfrm>
              <a:off x="4644695" y="2982867"/>
              <a:ext cx="455052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ja-JP" sz="1100" dirty="0" err="1">
                  <a:latin typeface="Cambria Math" panose="02040503050406030204" pitchFamily="18" charset="0"/>
                  <a:ea typeface="Cambria Math" panose="02040503050406030204" pitchFamily="18" charset="0"/>
                </a:rPr>
                <a:t>xvec</a:t>
              </a:r>
              <a:endParaRPr lang="ja-JP" altLang="en-US" sz="1100" dirty="0"/>
            </a:p>
          </p:txBody>
        </p:sp>
        <p:sp>
          <p:nvSpPr>
            <p:cNvPr id="53" name="楕円 52">
              <a:extLst>
                <a:ext uri="{FF2B5EF4-FFF2-40B4-BE49-F238E27FC236}">
                  <a16:creationId xmlns:a16="http://schemas.microsoft.com/office/drawing/2014/main" id="{6DF4ACAD-1D58-7F85-A10A-F3DADF6C7AF3}"/>
                </a:ext>
              </a:extLst>
            </p:cNvPr>
            <p:cNvSpPr/>
            <p:nvPr/>
          </p:nvSpPr>
          <p:spPr>
            <a:xfrm>
              <a:off x="1865996" y="4913666"/>
              <a:ext cx="267802" cy="29051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ysClr val="windowText" lastClr="000000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54" name="直線矢印コネクタ 53">
              <a:extLst>
                <a:ext uri="{FF2B5EF4-FFF2-40B4-BE49-F238E27FC236}">
                  <a16:creationId xmlns:a16="http://schemas.microsoft.com/office/drawing/2014/main" id="{48C19CC9-7979-9019-E6F5-565D6C611DAF}"/>
                </a:ext>
              </a:extLst>
            </p:cNvPr>
            <p:cNvCxnSpPr>
              <a:cxnSpLocks/>
            </p:cNvCxnSpPr>
            <p:nvPr/>
          </p:nvCxnSpPr>
          <p:spPr>
            <a:xfrm>
              <a:off x="1753952" y="4741579"/>
              <a:ext cx="177808" cy="20607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矢印コネクタ 54">
              <a:extLst>
                <a:ext uri="{FF2B5EF4-FFF2-40B4-BE49-F238E27FC236}">
                  <a16:creationId xmlns:a16="http://schemas.microsoft.com/office/drawing/2014/main" id="{9D9961D5-A8D3-2356-1974-1B1EBC528DD2}"/>
                </a:ext>
              </a:extLst>
            </p:cNvPr>
            <p:cNvCxnSpPr>
              <a:cxnSpLocks/>
              <a:endCxn id="53" idx="3"/>
            </p:cNvCxnSpPr>
            <p:nvPr/>
          </p:nvCxnSpPr>
          <p:spPr>
            <a:xfrm flipV="1">
              <a:off x="1726604" y="5161636"/>
              <a:ext cx="178611" cy="18546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テキスト ボックス 55">
              <a:extLst>
                <a:ext uri="{FF2B5EF4-FFF2-40B4-BE49-F238E27FC236}">
                  <a16:creationId xmlns:a16="http://schemas.microsoft.com/office/drawing/2014/main" id="{9CF2E353-AB8A-7408-33D6-464B7F8AB5A4}"/>
                </a:ext>
              </a:extLst>
            </p:cNvPr>
            <p:cNvSpPr txBox="1"/>
            <p:nvPr/>
          </p:nvSpPr>
          <p:spPr>
            <a:xfrm>
              <a:off x="1127933" y="4596174"/>
              <a:ext cx="38824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200" err="1">
                  <a:latin typeface="Cambria Math" panose="02040503050406030204" pitchFamily="18" charset="0"/>
                  <a:ea typeface="Cambria Math" panose="02040503050406030204" pitchFamily="18" charset="0"/>
                </a:rPr>
                <a:t>xin</a:t>
              </a:r>
              <a:endParaRPr kumimoji="1" lang="ja-JP" altLang="en-US" sz="1200">
                <a:latin typeface="Cambria Math" panose="02040503050406030204" pitchFamily="18" charset="0"/>
              </a:endParaRPr>
            </a:p>
          </p:txBody>
        </p:sp>
        <p:sp>
          <p:nvSpPr>
            <p:cNvPr id="57" name="テキスト ボックス 56">
              <a:extLst>
                <a:ext uri="{FF2B5EF4-FFF2-40B4-BE49-F238E27FC236}">
                  <a16:creationId xmlns:a16="http://schemas.microsoft.com/office/drawing/2014/main" id="{F58CD59C-9B2B-ACE0-6F34-55853307BE6A}"/>
                </a:ext>
              </a:extLst>
            </p:cNvPr>
            <p:cNvSpPr txBox="1"/>
            <p:nvPr/>
          </p:nvSpPr>
          <p:spPr>
            <a:xfrm>
              <a:off x="1065048" y="5204180"/>
              <a:ext cx="4331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1200">
                  <a:latin typeface="Cambria Math" panose="02040503050406030204" pitchFamily="18" charset="0"/>
                  <a:ea typeface="Cambria Math" panose="02040503050406030204" pitchFamily="18" charset="0"/>
                </a:rPr>
                <a:t>win</a:t>
              </a:r>
              <a:endParaRPr kumimoji="1" lang="ja-JP" altLang="en-US" sz="1200">
                <a:latin typeface="Cambria Math" panose="02040503050406030204" pitchFamily="18" charset="0"/>
              </a:endParaRPr>
            </a:p>
          </p:txBody>
        </p:sp>
        <p:cxnSp>
          <p:nvCxnSpPr>
            <p:cNvPr id="58" name="直線矢印コネクタ 57">
              <a:extLst>
                <a:ext uri="{FF2B5EF4-FFF2-40B4-BE49-F238E27FC236}">
                  <a16:creationId xmlns:a16="http://schemas.microsoft.com/office/drawing/2014/main" id="{2722D511-0DAD-6505-080C-1D00EFDCA473}"/>
                </a:ext>
              </a:extLst>
            </p:cNvPr>
            <p:cNvCxnSpPr>
              <a:cxnSpLocks/>
            </p:cNvCxnSpPr>
            <p:nvPr/>
          </p:nvCxnSpPr>
          <p:spPr>
            <a:xfrm>
              <a:off x="2133016" y="5058924"/>
              <a:ext cx="72387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正方形/長方形 58">
              <a:extLst>
                <a:ext uri="{FF2B5EF4-FFF2-40B4-BE49-F238E27FC236}">
                  <a16:creationId xmlns:a16="http://schemas.microsoft.com/office/drawing/2014/main" id="{13452377-3C8A-0294-D31A-A0B2530EFE16}"/>
                </a:ext>
              </a:extLst>
            </p:cNvPr>
            <p:cNvSpPr/>
            <p:nvPr/>
          </p:nvSpPr>
          <p:spPr>
            <a:xfrm>
              <a:off x="3331978" y="4854442"/>
              <a:ext cx="521360" cy="56577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ACC</a:t>
              </a:r>
              <a:br>
                <a:rPr kumimoji="1" lang="en-US" altLang="ja-JP" sz="120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</a:br>
              <a:r>
                <a:rPr kumimoji="1" lang="en-US" altLang="ja-JP" sz="120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REG</a:t>
              </a:r>
            </a:p>
          </p:txBody>
        </p:sp>
        <p:cxnSp>
          <p:nvCxnSpPr>
            <p:cNvPr id="60" name="直線矢印コネクタ 59">
              <a:extLst>
                <a:ext uri="{FF2B5EF4-FFF2-40B4-BE49-F238E27FC236}">
                  <a16:creationId xmlns:a16="http://schemas.microsoft.com/office/drawing/2014/main" id="{AC8EDAD5-35EA-2DC2-4A4A-D23E600655B4}"/>
                </a:ext>
              </a:extLst>
            </p:cNvPr>
            <p:cNvCxnSpPr>
              <a:cxnSpLocks/>
            </p:cNvCxnSpPr>
            <p:nvPr/>
          </p:nvCxnSpPr>
          <p:spPr>
            <a:xfrm>
              <a:off x="2959503" y="4577546"/>
              <a:ext cx="3542" cy="32806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テキスト ボックス 60">
              <a:extLst>
                <a:ext uri="{FF2B5EF4-FFF2-40B4-BE49-F238E27FC236}">
                  <a16:creationId xmlns:a16="http://schemas.microsoft.com/office/drawing/2014/main" id="{20CE2661-153E-AAEF-C554-A34D4AF38E7D}"/>
                </a:ext>
              </a:extLst>
            </p:cNvPr>
            <p:cNvSpPr txBox="1"/>
            <p:nvPr/>
          </p:nvSpPr>
          <p:spPr>
            <a:xfrm>
              <a:off x="2617654" y="4352486"/>
              <a:ext cx="63510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1200" err="1">
                  <a:latin typeface="Cambria Math" panose="02040503050406030204" pitchFamily="18" charset="0"/>
                  <a:ea typeface="Cambria Math" panose="02040503050406030204" pitchFamily="18" charset="0"/>
                </a:rPr>
                <a:t>acc_sel</a:t>
              </a:r>
              <a:endParaRPr kumimoji="1" lang="ja-JP" altLang="en-US" sz="1200">
                <a:latin typeface="Cambria Math" panose="02040503050406030204" pitchFamily="18" charset="0"/>
              </a:endParaRPr>
            </a:p>
          </p:txBody>
        </p:sp>
        <p:sp>
          <p:nvSpPr>
            <p:cNvPr id="62" name="テキスト ボックス 61">
              <a:extLst>
                <a:ext uri="{FF2B5EF4-FFF2-40B4-BE49-F238E27FC236}">
                  <a16:creationId xmlns:a16="http://schemas.microsoft.com/office/drawing/2014/main" id="{1822CE9B-8D08-055A-0137-1649A337F40B}"/>
                </a:ext>
              </a:extLst>
            </p:cNvPr>
            <p:cNvSpPr txBox="1"/>
            <p:nvPr/>
          </p:nvSpPr>
          <p:spPr>
            <a:xfrm>
              <a:off x="4057558" y="5137327"/>
              <a:ext cx="48686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1200" err="1">
                  <a:latin typeface="Cambria Math" panose="02040503050406030204" pitchFamily="18" charset="0"/>
                  <a:ea typeface="Cambria Math" panose="02040503050406030204" pitchFamily="18" charset="0"/>
                </a:rPr>
                <a:t>yout</a:t>
              </a:r>
              <a:endParaRPr kumimoji="1" lang="ja-JP" altLang="en-US" sz="1200">
                <a:latin typeface="Cambria Math" panose="02040503050406030204" pitchFamily="18" charset="0"/>
              </a:endParaRPr>
            </a:p>
          </p:txBody>
        </p:sp>
        <p:cxnSp>
          <p:nvCxnSpPr>
            <p:cNvPr id="63" name="直線矢印コネクタ 62">
              <a:extLst>
                <a:ext uri="{FF2B5EF4-FFF2-40B4-BE49-F238E27FC236}">
                  <a16:creationId xmlns:a16="http://schemas.microsoft.com/office/drawing/2014/main" id="{A16DD7E9-890B-3EA7-9DF2-4E59C4F738C4}"/>
                </a:ext>
              </a:extLst>
            </p:cNvPr>
            <p:cNvCxnSpPr>
              <a:cxnSpLocks/>
            </p:cNvCxnSpPr>
            <p:nvPr/>
          </p:nvCxnSpPr>
          <p:spPr>
            <a:xfrm>
              <a:off x="3599782" y="4577546"/>
              <a:ext cx="0" cy="26844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テキスト ボックス 63">
              <a:extLst>
                <a:ext uri="{FF2B5EF4-FFF2-40B4-BE49-F238E27FC236}">
                  <a16:creationId xmlns:a16="http://schemas.microsoft.com/office/drawing/2014/main" id="{3AFF8CF6-EACA-E910-236D-E6212B66C9DB}"/>
                </a:ext>
              </a:extLst>
            </p:cNvPr>
            <p:cNvSpPr txBox="1"/>
            <p:nvPr/>
          </p:nvSpPr>
          <p:spPr>
            <a:xfrm>
              <a:off x="3309785" y="4345633"/>
              <a:ext cx="61427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1200" err="1">
                  <a:latin typeface="Cambria Math" panose="02040503050406030204" pitchFamily="18" charset="0"/>
                  <a:ea typeface="Cambria Math" panose="02040503050406030204" pitchFamily="18" charset="0"/>
                </a:rPr>
                <a:t>acc_en</a:t>
              </a:r>
              <a:endParaRPr kumimoji="1" lang="ja-JP" altLang="en-US" sz="1200">
                <a:latin typeface="Cambria Math" panose="02040503050406030204" pitchFamily="18" charset="0"/>
              </a:endParaRPr>
            </a:p>
          </p:txBody>
        </p:sp>
        <p:cxnSp>
          <p:nvCxnSpPr>
            <p:cNvPr id="65" name="直線コネクタ 64">
              <a:extLst>
                <a:ext uri="{FF2B5EF4-FFF2-40B4-BE49-F238E27FC236}">
                  <a16:creationId xmlns:a16="http://schemas.microsoft.com/office/drawing/2014/main" id="{EE2524DB-FC6E-0306-ADE8-B8AD6667EE7B}"/>
                </a:ext>
              </a:extLst>
            </p:cNvPr>
            <p:cNvCxnSpPr>
              <a:cxnSpLocks/>
              <a:stCxn id="53" idx="1"/>
              <a:endCxn id="53" idx="5"/>
            </p:cNvCxnSpPr>
            <p:nvPr/>
          </p:nvCxnSpPr>
          <p:spPr>
            <a:xfrm>
              <a:off x="1905215" y="4956211"/>
              <a:ext cx="189364" cy="20542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コネクタ 65">
              <a:extLst>
                <a:ext uri="{FF2B5EF4-FFF2-40B4-BE49-F238E27FC236}">
                  <a16:creationId xmlns:a16="http://schemas.microsoft.com/office/drawing/2014/main" id="{442704A6-5238-7613-D29E-4DF2831A7852}"/>
                </a:ext>
              </a:extLst>
            </p:cNvPr>
            <p:cNvCxnSpPr>
              <a:cxnSpLocks/>
              <a:stCxn id="53" idx="7"/>
              <a:endCxn id="53" idx="3"/>
            </p:cNvCxnSpPr>
            <p:nvPr/>
          </p:nvCxnSpPr>
          <p:spPr>
            <a:xfrm flipH="1">
              <a:off x="1905215" y="4956211"/>
              <a:ext cx="189364" cy="20542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楕円 66">
              <a:extLst>
                <a:ext uri="{FF2B5EF4-FFF2-40B4-BE49-F238E27FC236}">
                  <a16:creationId xmlns:a16="http://schemas.microsoft.com/office/drawing/2014/main" id="{C641E8EA-1842-71BE-F41E-E7819AC4E628}"/>
                </a:ext>
              </a:extLst>
            </p:cNvPr>
            <p:cNvSpPr/>
            <p:nvPr/>
          </p:nvSpPr>
          <p:spPr>
            <a:xfrm>
              <a:off x="2392634" y="5136568"/>
              <a:ext cx="267802" cy="29051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ysClr val="windowText" lastClr="000000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68" name="直線コネクタ 67">
              <a:extLst>
                <a:ext uri="{FF2B5EF4-FFF2-40B4-BE49-F238E27FC236}">
                  <a16:creationId xmlns:a16="http://schemas.microsoft.com/office/drawing/2014/main" id="{B34ABDBD-EF3F-A1D7-C1D9-5B99E7FF96A9}"/>
                </a:ext>
              </a:extLst>
            </p:cNvPr>
            <p:cNvCxnSpPr>
              <a:cxnSpLocks/>
              <a:stCxn id="67" idx="0"/>
              <a:endCxn id="67" idx="4"/>
            </p:cNvCxnSpPr>
            <p:nvPr/>
          </p:nvCxnSpPr>
          <p:spPr>
            <a:xfrm>
              <a:off x="2526535" y="5136568"/>
              <a:ext cx="0" cy="29051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線コネクタ 68">
              <a:extLst>
                <a:ext uri="{FF2B5EF4-FFF2-40B4-BE49-F238E27FC236}">
                  <a16:creationId xmlns:a16="http://schemas.microsoft.com/office/drawing/2014/main" id="{437C1A5A-6521-9888-BC15-5D99C35715C1}"/>
                </a:ext>
              </a:extLst>
            </p:cNvPr>
            <p:cNvCxnSpPr>
              <a:cxnSpLocks/>
              <a:stCxn id="67" idx="6"/>
              <a:endCxn id="67" idx="2"/>
            </p:cNvCxnSpPr>
            <p:nvPr/>
          </p:nvCxnSpPr>
          <p:spPr>
            <a:xfrm flipH="1">
              <a:off x="2392634" y="5281826"/>
              <a:ext cx="267802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線コネクタ 69">
              <a:extLst>
                <a:ext uri="{FF2B5EF4-FFF2-40B4-BE49-F238E27FC236}">
                  <a16:creationId xmlns:a16="http://schemas.microsoft.com/office/drawing/2014/main" id="{BF041AA6-CFB2-95A3-2C25-5EA64ADB53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24186" y="5347096"/>
              <a:ext cx="303178" cy="863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線コネクタ 70">
              <a:extLst>
                <a:ext uri="{FF2B5EF4-FFF2-40B4-BE49-F238E27FC236}">
                  <a16:creationId xmlns:a16="http://schemas.microsoft.com/office/drawing/2014/main" id="{9D2B4351-9B3D-7FB1-8AEB-E0B2F0737C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54264" y="4743650"/>
              <a:ext cx="303178" cy="431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フローチャート: 手作業 71">
              <a:extLst>
                <a:ext uri="{FF2B5EF4-FFF2-40B4-BE49-F238E27FC236}">
                  <a16:creationId xmlns:a16="http://schemas.microsoft.com/office/drawing/2014/main" id="{24195C36-FF6A-EB09-7344-AEEDDACBE8C9}"/>
                </a:ext>
              </a:extLst>
            </p:cNvPr>
            <p:cNvSpPr/>
            <p:nvPr/>
          </p:nvSpPr>
          <p:spPr>
            <a:xfrm rot="16200000">
              <a:off x="2661890" y="5019523"/>
              <a:ext cx="625642" cy="236260"/>
            </a:xfrm>
            <a:prstGeom prst="flowChartManualOperation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Cambria Math" panose="02040503050406030204" pitchFamily="18" charset="0"/>
              </a:endParaRPr>
            </a:p>
          </p:txBody>
        </p:sp>
        <p:sp>
          <p:nvSpPr>
            <p:cNvPr id="73" name="テキスト ボックス 72">
              <a:extLst>
                <a:ext uri="{FF2B5EF4-FFF2-40B4-BE49-F238E27FC236}">
                  <a16:creationId xmlns:a16="http://schemas.microsoft.com/office/drawing/2014/main" id="{8313E8D3-028D-B153-D597-EAAB865FF58F}"/>
                </a:ext>
              </a:extLst>
            </p:cNvPr>
            <p:cNvSpPr txBox="1"/>
            <p:nvPr/>
          </p:nvSpPr>
          <p:spPr>
            <a:xfrm>
              <a:off x="2807353" y="4886716"/>
              <a:ext cx="2680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200">
                  <a:latin typeface="Cambria Math" panose="02040503050406030204" pitchFamily="18" charset="0"/>
                  <a:ea typeface="Cambria Math" panose="02040503050406030204" pitchFamily="18" charset="0"/>
                </a:rPr>
                <a:t>0</a:t>
              </a:r>
              <a:endParaRPr kumimoji="1" lang="ja-JP" altLang="en-US" sz="1200">
                <a:latin typeface="Cambria Math" panose="02040503050406030204" pitchFamily="18" charset="0"/>
              </a:endParaRPr>
            </a:p>
          </p:txBody>
        </p:sp>
        <p:sp>
          <p:nvSpPr>
            <p:cNvPr id="74" name="テキスト ボックス 73">
              <a:extLst>
                <a:ext uri="{FF2B5EF4-FFF2-40B4-BE49-F238E27FC236}">
                  <a16:creationId xmlns:a16="http://schemas.microsoft.com/office/drawing/2014/main" id="{47FC0549-5A48-C407-E85F-3ABC0AC04435}"/>
                </a:ext>
              </a:extLst>
            </p:cNvPr>
            <p:cNvSpPr txBox="1"/>
            <p:nvPr/>
          </p:nvSpPr>
          <p:spPr>
            <a:xfrm>
              <a:off x="2815766" y="5137870"/>
              <a:ext cx="2680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200">
                  <a:latin typeface="Cambria Math" panose="02040503050406030204" pitchFamily="18" charset="0"/>
                  <a:ea typeface="Cambria Math" panose="02040503050406030204" pitchFamily="18" charset="0"/>
                </a:rPr>
                <a:t>1</a:t>
              </a:r>
              <a:endParaRPr kumimoji="1" lang="ja-JP" altLang="en-US" sz="1200">
                <a:latin typeface="Cambria Math" panose="02040503050406030204" pitchFamily="18" charset="0"/>
              </a:endParaRPr>
            </a:p>
          </p:txBody>
        </p:sp>
        <p:cxnSp>
          <p:nvCxnSpPr>
            <p:cNvPr id="75" name="直線矢印コネクタ 74">
              <a:extLst>
                <a:ext uri="{FF2B5EF4-FFF2-40B4-BE49-F238E27FC236}">
                  <a16:creationId xmlns:a16="http://schemas.microsoft.com/office/drawing/2014/main" id="{F238D986-61D3-6191-0BBA-594814CD6864}"/>
                </a:ext>
              </a:extLst>
            </p:cNvPr>
            <p:cNvCxnSpPr>
              <a:cxnSpLocks/>
              <a:endCxn id="59" idx="1"/>
            </p:cNvCxnSpPr>
            <p:nvPr/>
          </p:nvCxnSpPr>
          <p:spPr>
            <a:xfrm>
              <a:off x="3099053" y="5137328"/>
              <a:ext cx="23292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線矢印コネクタ 75">
              <a:extLst>
                <a:ext uri="{FF2B5EF4-FFF2-40B4-BE49-F238E27FC236}">
                  <a16:creationId xmlns:a16="http://schemas.microsoft.com/office/drawing/2014/main" id="{702748D2-B2C9-723F-8C8F-D25E5406D4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1102" y="5276933"/>
              <a:ext cx="186461" cy="310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線コネクタ 76">
              <a:extLst>
                <a:ext uri="{FF2B5EF4-FFF2-40B4-BE49-F238E27FC236}">
                  <a16:creationId xmlns:a16="http://schemas.microsoft.com/office/drawing/2014/main" id="{BDC19F3E-1192-E358-CBE1-20CFD271D9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92658" y="5420835"/>
              <a:ext cx="0" cy="21219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線コネクタ 77">
              <a:extLst>
                <a:ext uri="{FF2B5EF4-FFF2-40B4-BE49-F238E27FC236}">
                  <a16:creationId xmlns:a16="http://schemas.microsoft.com/office/drawing/2014/main" id="{31679100-FFCA-C86F-FB0F-C875E49361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72006" y="5624878"/>
              <a:ext cx="1420652" cy="74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線コネクタ 78">
              <a:extLst>
                <a:ext uri="{FF2B5EF4-FFF2-40B4-BE49-F238E27FC236}">
                  <a16:creationId xmlns:a16="http://schemas.microsoft.com/office/drawing/2014/main" id="{E5639B5C-AD17-C7E1-D877-928EE46E02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74841" y="5513198"/>
              <a:ext cx="0" cy="12710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線矢印コネクタ 79">
              <a:extLst>
                <a:ext uri="{FF2B5EF4-FFF2-40B4-BE49-F238E27FC236}">
                  <a16:creationId xmlns:a16="http://schemas.microsoft.com/office/drawing/2014/main" id="{50A17650-67D7-818E-DA9A-83598890213A}"/>
                </a:ext>
              </a:extLst>
            </p:cNvPr>
            <p:cNvCxnSpPr>
              <a:cxnSpLocks/>
              <a:endCxn id="67" idx="3"/>
            </p:cNvCxnSpPr>
            <p:nvPr/>
          </p:nvCxnSpPr>
          <p:spPr>
            <a:xfrm flipV="1">
              <a:off x="2173087" y="5384538"/>
              <a:ext cx="258766" cy="13543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線矢印コネクタ 80">
              <a:extLst>
                <a:ext uri="{FF2B5EF4-FFF2-40B4-BE49-F238E27FC236}">
                  <a16:creationId xmlns:a16="http://schemas.microsoft.com/office/drawing/2014/main" id="{DF7CAAD5-0020-A0CC-3294-1D89F32595CA}"/>
                </a:ext>
              </a:extLst>
            </p:cNvPr>
            <p:cNvCxnSpPr>
              <a:cxnSpLocks/>
              <a:stCxn id="53" idx="5"/>
              <a:endCxn id="67" idx="1"/>
            </p:cNvCxnSpPr>
            <p:nvPr/>
          </p:nvCxnSpPr>
          <p:spPr>
            <a:xfrm>
              <a:off x="2094579" y="5161636"/>
              <a:ext cx="337274" cy="1747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線矢印コネクタ 81">
              <a:extLst>
                <a:ext uri="{FF2B5EF4-FFF2-40B4-BE49-F238E27FC236}">
                  <a16:creationId xmlns:a16="http://schemas.microsoft.com/office/drawing/2014/main" id="{F4A445FC-A48E-5642-39AC-BB5A7154BFA6}"/>
                </a:ext>
              </a:extLst>
            </p:cNvPr>
            <p:cNvCxnSpPr>
              <a:cxnSpLocks/>
              <a:stCxn id="59" idx="3"/>
              <a:endCxn id="62" idx="0"/>
            </p:cNvCxnSpPr>
            <p:nvPr/>
          </p:nvCxnSpPr>
          <p:spPr>
            <a:xfrm flipV="1">
              <a:off x="3853338" y="5137327"/>
              <a:ext cx="447652" cy="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テキスト ボックス 82">
              <a:extLst>
                <a:ext uri="{FF2B5EF4-FFF2-40B4-BE49-F238E27FC236}">
                  <a16:creationId xmlns:a16="http://schemas.microsoft.com/office/drawing/2014/main" id="{AF875387-B3F7-048F-015A-6D21EE5C8A09}"/>
                </a:ext>
              </a:extLst>
            </p:cNvPr>
            <p:cNvSpPr txBox="1"/>
            <p:nvPr/>
          </p:nvSpPr>
          <p:spPr>
            <a:xfrm>
              <a:off x="1088014" y="4228021"/>
              <a:ext cx="106354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(c) PE</a:t>
              </a:r>
              <a:endParaRPr lang="ja-JP" altLang="en-US" dirty="0">
                <a:latin typeface="Cambria Math" panose="02040503050406030204" pitchFamily="18" charset="0"/>
              </a:endParaRPr>
            </a:p>
          </p:txBody>
        </p:sp>
        <p:sp>
          <p:nvSpPr>
            <p:cNvPr id="84" name="テキスト ボックス 83">
              <a:extLst>
                <a:ext uri="{FF2B5EF4-FFF2-40B4-BE49-F238E27FC236}">
                  <a16:creationId xmlns:a16="http://schemas.microsoft.com/office/drawing/2014/main" id="{1D600CD2-0173-6974-79A2-26C9D687E26F}"/>
                </a:ext>
              </a:extLst>
            </p:cNvPr>
            <p:cNvSpPr txBox="1"/>
            <p:nvPr/>
          </p:nvSpPr>
          <p:spPr>
            <a:xfrm>
              <a:off x="4479736" y="1318270"/>
              <a:ext cx="200344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(b) OPU</a:t>
              </a:r>
              <a:endParaRPr lang="ja-JP" altLang="en-US" dirty="0">
                <a:latin typeface="Cambria Math" panose="02040503050406030204" pitchFamily="18" charset="0"/>
              </a:endParaRPr>
            </a:p>
          </p:txBody>
        </p:sp>
        <p:sp>
          <p:nvSpPr>
            <p:cNvPr id="85" name="正方形/長方形 84">
              <a:extLst>
                <a:ext uri="{FF2B5EF4-FFF2-40B4-BE49-F238E27FC236}">
                  <a16:creationId xmlns:a16="http://schemas.microsoft.com/office/drawing/2014/main" id="{E3D3EC1C-1FE8-7848-1EA8-3A0A1462D265}"/>
                </a:ext>
              </a:extLst>
            </p:cNvPr>
            <p:cNvSpPr/>
            <p:nvPr/>
          </p:nvSpPr>
          <p:spPr>
            <a:xfrm>
              <a:off x="1088014" y="1354219"/>
              <a:ext cx="3363914" cy="281941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6" name="テキスト ボックス 85">
              <a:extLst>
                <a:ext uri="{FF2B5EF4-FFF2-40B4-BE49-F238E27FC236}">
                  <a16:creationId xmlns:a16="http://schemas.microsoft.com/office/drawing/2014/main" id="{09F7D3F1-2614-149C-E08A-D7C02A225B90}"/>
                </a:ext>
              </a:extLst>
            </p:cNvPr>
            <p:cNvSpPr txBox="1"/>
            <p:nvPr/>
          </p:nvSpPr>
          <p:spPr>
            <a:xfrm>
              <a:off x="1115822" y="1394849"/>
              <a:ext cx="200344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(a) MLP NPU</a:t>
              </a:r>
              <a:endParaRPr lang="ja-JP" altLang="en-US" dirty="0">
                <a:latin typeface="Cambria Math" panose="02040503050406030204" pitchFamily="18" charset="0"/>
              </a:endParaRPr>
            </a:p>
          </p:txBody>
        </p:sp>
        <p:sp>
          <p:nvSpPr>
            <p:cNvPr id="87" name="正方形/長方形 86">
              <a:extLst>
                <a:ext uri="{FF2B5EF4-FFF2-40B4-BE49-F238E27FC236}">
                  <a16:creationId xmlns:a16="http://schemas.microsoft.com/office/drawing/2014/main" id="{A169469C-7875-8C6C-2561-2B0AA83DCBAA}"/>
                </a:ext>
              </a:extLst>
            </p:cNvPr>
            <p:cNvSpPr/>
            <p:nvPr/>
          </p:nvSpPr>
          <p:spPr>
            <a:xfrm rot="5400000">
              <a:off x="6394330" y="2120091"/>
              <a:ext cx="348419" cy="4365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PE</a:t>
              </a:r>
              <a:endParaRPr kumimoji="1" lang="ja-JP" altLang="en-US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88" name="正方形/長方形 87">
              <a:extLst>
                <a:ext uri="{FF2B5EF4-FFF2-40B4-BE49-F238E27FC236}">
                  <a16:creationId xmlns:a16="http://schemas.microsoft.com/office/drawing/2014/main" id="{E2AC3D2B-D79A-ABC6-3D7F-BD7109458AA3}"/>
                </a:ext>
              </a:extLst>
            </p:cNvPr>
            <p:cNvSpPr/>
            <p:nvPr/>
          </p:nvSpPr>
          <p:spPr>
            <a:xfrm rot="5400000">
              <a:off x="7321527" y="2120091"/>
              <a:ext cx="348419" cy="4365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PE</a:t>
              </a:r>
              <a:endParaRPr kumimoji="1" lang="ja-JP" altLang="en-US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89" name="テキスト ボックス 88">
              <a:extLst>
                <a:ext uri="{FF2B5EF4-FFF2-40B4-BE49-F238E27FC236}">
                  <a16:creationId xmlns:a16="http://schemas.microsoft.com/office/drawing/2014/main" id="{1248961A-7A35-2697-E011-0FAC28FC083C}"/>
                </a:ext>
              </a:extLst>
            </p:cNvPr>
            <p:cNvSpPr txBox="1"/>
            <p:nvPr/>
          </p:nvSpPr>
          <p:spPr>
            <a:xfrm>
              <a:off x="6733978" y="2645413"/>
              <a:ext cx="427899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…</a:t>
              </a:r>
              <a:endParaRPr lang="ja-JP" altLang="en-US" dirty="0"/>
            </a:p>
          </p:txBody>
        </p:sp>
        <p:sp>
          <p:nvSpPr>
            <p:cNvPr id="90" name="テキスト ボックス 89">
              <a:extLst>
                <a:ext uri="{FF2B5EF4-FFF2-40B4-BE49-F238E27FC236}">
                  <a16:creationId xmlns:a16="http://schemas.microsoft.com/office/drawing/2014/main" id="{077A53FB-7280-36FA-B6E1-F8F3E4B6DF70}"/>
                </a:ext>
              </a:extLst>
            </p:cNvPr>
            <p:cNvSpPr txBox="1"/>
            <p:nvPr/>
          </p:nvSpPr>
          <p:spPr>
            <a:xfrm>
              <a:off x="6738012" y="3537114"/>
              <a:ext cx="427899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…</a:t>
              </a:r>
              <a:endParaRPr lang="ja-JP" altLang="en-US" dirty="0"/>
            </a:p>
          </p:txBody>
        </p:sp>
        <p:sp>
          <p:nvSpPr>
            <p:cNvPr id="91" name="テキスト ボックス 90">
              <a:extLst>
                <a:ext uri="{FF2B5EF4-FFF2-40B4-BE49-F238E27FC236}">
                  <a16:creationId xmlns:a16="http://schemas.microsoft.com/office/drawing/2014/main" id="{DF912A9E-3018-D47E-FA2D-1AEF98D5FCB0}"/>
                </a:ext>
              </a:extLst>
            </p:cNvPr>
            <p:cNvSpPr txBox="1"/>
            <p:nvPr/>
          </p:nvSpPr>
          <p:spPr>
            <a:xfrm rot="5400000">
              <a:off x="5765029" y="3247904"/>
              <a:ext cx="427899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…</a:t>
              </a:r>
              <a:endParaRPr lang="ja-JP" altLang="en-US" dirty="0"/>
            </a:p>
          </p:txBody>
        </p:sp>
        <p:sp>
          <p:nvSpPr>
            <p:cNvPr id="92" name="テキスト ボックス 91">
              <a:extLst>
                <a:ext uri="{FF2B5EF4-FFF2-40B4-BE49-F238E27FC236}">
                  <a16:creationId xmlns:a16="http://schemas.microsoft.com/office/drawing/2014/main" id="{3D81C29E-F4B6-4C81-2341-E89A75C7A9E9}"/>
                </a:ext>
              </a:extLst>
            </p:cNvPr>
            <p:cNvSpPr txBox="1"/>
            <p:nvPr/>
          </p:nvSpPr>
          <p:spPr>
            <a:xfrm rot="5400000">
              <a:off x="6415116" y="3254999"/>
              <a:ext cx="427899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…</a:t>
              </a:r>
              <a:endParaRPr lang="ja-JP" altLang="en-US" dirty="0"/>
            </a:p>
          </p:txBody>
        </p:sp>
        <p:sp>
          <p:nvSpPr>
            <p:cNvPr id="93" name="テキスト ボックス 92">
              <a:extLst>
                <a:ext uri="{FF2B5EF4-FFF2-40B4-BE49-F238E27FC236}">
                  <a16:creationId xmlns:a16="http://schemas.microsoft.com/office/drawing/2014/main" id="{930E4708-496B-60B4-4228-6FA9FD6E9577}"/>
                </a:ext>
              </a:extLst>
            </p:cNvPr>
            <p:cNvSpPr txBox="1"/>
            <p:nvPr/>
          </p:nvSpPr>
          <p:spPr>
            <a:xfrm rot="5400000">
              <a:off x="7362566" y="3247904"/>
              <a:ext cx="427899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…</a:t>
              </a:r>
              <a:endParaRPr lang="ja-JP" altLang="en-US" dirty="0"/>
            </a:p>
          </p:txBody>
        </p:sp>
        <p:sp>
          <p:nvSpPr>
            <p:cNvPr id="94" name="テキスト ボックス 93">
              <a:extLst>
                <a:ext uri="{FF2B5EF4-FFF2-40B4-BE49-F238E27FC236}">
                  <a16:creationId xmlns:a16="http://schemas.microsoft.com/office/drawing/2014/main" id="{E134D662-3963-A755-9531-619C39ED8451}"/>
                </a:ext>
              </a:extLst>
            </p:cNvPr>
            <p:cNvSpPr txBox="1"/>
            <p:nvPr/>
          </p:nvSpPr>
          <p:spPr>
            <a:xfrm rot="2909883">
              <a:off x="6815415" y="3199713"/>
              <a:ext cx="427899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…</a:t>
              </a:r>
              <a:endParaRPr lang="ja-JP" altLang="en-US" dirty="0"/>
            </a:p>
          </p:txBody>
        </p:sp>
        <p:cxnSp>
          <p:nvCxnSpPr>
            <p:cNvPr id="95" name="直線コネクタ 94">
              <a:extLst>
                <a:ext uri="{FF2B5EF4-FFF2-40B4-BE49-F238E27FC236}">
                  <a16:creationId xmlns:a16="http://schemas.microsoft.com/office/drawing/2014/main" id="{F03F6A3B-D9EA-1B15-D95B-38F6BAB68822}"/>
                </a:ext>
              </a:extLst>
            </p:cNvPr>
            <p:cNvCxnSpPr>
              <a:cxnSpLocks/>
            </p:cNvCxnSpPr>
            <p:nvPr/>
          </p:nvCxnSpPr>
          <p:spPr>
            <a:xfrm>
              <a:off x="5543723" y="2236714"/>
              <a:ext cx="13018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線コネクタ 95">
              <a:extLst>
                <a:ext uri="{FF2B5EF4-FFF2-40B4-BE49-F238E27FC236}">
                  <a16:creationId xmlns:a16="http://schemas.microsoft.com/office/drawing/2014/main" id="{F5B30A8B-CBA6-DF8A-6460-5EEDDF23417D}"/>
                </a:ext>
              </a:extLst>
            </p:cNvPr>
            <p:cNvCxnSpPr>
              <a:cxnSpLocks/>
            </p:cNvCxnSpPr>
            <p:nvPr/>
          </p:nvCxnSpPr>
          <p:spPr>
            <a:xfrm>
              <a:off x="6182833" y="2091471"/>
              <a:ext cx="12359" cy="156093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線コネクタ 96">
              <a:extLst>
                <a:ext uri="{FF2B5EF4-FFF2-40B4-BE49-F238E27FC236}">
                  <a16:creationId xmlns:a16="http://schemas.microsoft.com/office/drawing/2014/main" id="{618AF7AB-3774-30DD-0DF0-5A248AD5330E}"/>
                </a:ext>
              </a:extLst>
            </p:cNvPr>
            <p:cNvCxnSpPr>
              <a:cxnSpLocks/>
            </p:cNvCxnSpPr>
            <p:nvPr/>
          </p:nvCxnSpPr>
          <p:spPr>
            <a:xfrm>
              <a:off x="7117915" y="2091471"/>
              <a:ext cx="12359" cy="156093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線コネクタ 97">
              <a:extLst>
                <a:ext uri="{FF2B5EF4-FFF2-40B4-BE49-F238E27FC236}">
                  <a16:creationId xmlns:a16="http://schemas.microsoft.com/office/drawing/2014/main" id="{4A1B7DB8-E26F-6D7E-5139-01842C7627C3}"/>
                </a:ext>
              </a:extLst>
            </p:cNvPr>
            <p:cNvCxnSpPr>
              <a:cxnSpLocks/>
            </p:cNvCxnSpPr>
            <p:nvPr/>
          </p:nvCxnSpPr>
          <p:spPr>
            <a:xfrm>
              <a:off x="7126686" y="2236714"/>
              <a:ext cx="155695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線コネクタ 98">
              <a:extLst>
                <a:ext uri="{FF2B5EF4-FFF2-40B4-BE49-F238E27FC236}">
                  <a16:creationId xmlns:a16="http://schemas.microsoft.com/office/drawing/2014/main" id="{C1059397-F81C-3060-2255-92C90E088069}"/>
                </a:ext>
              </a:extLst>
            </p:cNvPr>
            <p:cNvCxnSpPr>
              <a:cxnSpLocks/>
            </p:cNvCxnSpPr>
            <p:nvPr/>
          </p:nvCxnSpPr>
          <p:spPr>
            <a:xfrm>
              <a:off x="6253748" y="2386042"/>
              <a:ext cx="93354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線コネクタ 99">
              <a:extLst>
                <a:ext uri="{FF2B5EF4-FFF2-40B4-BE49-F238E27FC236}">
                  <a16:creationId xmlns:a16="http://schemas.microsoft.com/office/drawing/2014/main" id="{87A289E3-16A9-A91A-5AFF-AE5E1658D66C}"/>
                </a:ext>
              </a:extLst>
            </p:cNvPr>
            <p:cNvCxnSpPr>
              <a:cxnSpLocks/>
            </p:cNvCxnSpPr>
            <p:nvPr/>
          </p:nvCxnSpPr>
          <p:spPr>
            <a:xfrm>
              <a:off x="6253452" y="2385138"/>
              <a:ext cx="539" cy="25442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線コネクタ 100">
              <a:extLst>
                <a:ext uri="{FF2B5EF4-FFF2-40B4-BE49-F238E27FC236}">
                  <a16:creationId xmlns:a16="http://schemas.microsoft.com/office/drawing/2014/main" id="{DD7F1C79-7AFF-BB61-8FDB-88FE7646EB07}"/>
                </a:ext>
              </a:extLst>
            </p:cNvPr>
            <p:cNvCxnSpPr>
              <a:cxnSpLocks/>
            </p:cNvCxnSpPr>
            <p:nvPr/>
          </p:nvCxnSpPr>
          <p:spPr>
            <a:xfrm>
              <a:off x="7196724" y="2399839"/>
              <a:ext cx="7715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線コネクタ 101">
              <a:extLst>
                <a:ext uri="{FF2B5EF4-FFF2-40B4-BE49-F238E27FC236}">
                  <a16:creationId xmlns:a16="http://schemas.microsoft.com/office/drawing/2014/main" id="{DE90F7A6-5CF9-BE21-6F92-FB928238E58E}"/>
                </a:ext>
              </a:extLst>
            </p:cNvPr>
            <p:cNvCxnSpPr>
              <a:cxnSpLocks/>
            </p:cNvCxnSpPr>
            <p:nvPr/>
          </p:nvCxnSpPr>
          <p:spPr>
            <a:xfrm>
              <a:off x="7197850" y="2395432"/>
              <a:ext cx="539" cy="25190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線コネクタ 102">
              <a:extLst>
                <a:ext uri="{FF2B5EF4-FFF2-40B4-BE49-F238E27FC236}">
                  <a16:creationId xmlns:a16="http://schemas.microsoft.com/office/drawing/2014/main" id="{4A84AE18-B247-0FA1-663F-10679A6F177E}"/>
                </a:ext>
              </a:extLst>
            </p:cNvPr>
            <p:cNvCxnSpPr>
              <a:cxnSpLocks/>
            </p:cNvCxnSpPr>
            <p:nvPr/>
          </p:nvCxnSpPr>
          <p:spPr>
            <a:xfrm>
              <a:off x="6189044" y="2236714"/>
              <a:ext cx="155695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正方形/長方形 103">
              <a:extLst>
                <a:ext uri="{FF2B5EF4-FFF2-40B4-BE49-F238E27FC236}">
                  <a16:creationId xmlns:a16="http://schemas.microsoft.com/office/drawing/2014/main" id="{2D20ABFC-B95B-691C-C4B0-A22B08C911B0}"/>
                </a:ext>
              </a:extLst>
            </p:cNvPr>
            <p:cNvSpPr/>
            <p:nvPr/>
          </p:nvSpPr>
          <p:spPr>
            <a:xfrm rot="5400000">
              <a:off x="5731941" y="2688055"/>
              <a:ext cx="348419" cy="4365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PE</a:t>
              </a:r>
              <a:endParaRPr kumimoji="1" lang="ja-JP" altLang="en-US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105" name="直線コネクタ 104">
              <a:extLst>
                <a:ext uri="{FF2B5EF4-FFF2-40B4-BE49-F238E27FC236}">
                  <a16:creationId xmlns:a16="http://schemas.microsoft.com/office/drawing/2014/main" id="{FDA63988-865B-D731-AC89-9CED09804A88}"/>
                </a:ext>
              </a:extLst>
            </p:cNvPr>
            <p:cNvCxnSpPr>
              <a:cxnSpLocks/>
            </p:cNvCxnSpPr>
            <p:nvPr/>
          </p:nvCxnSpPr>
          <p:spPr>
            <a:xfrm>
              <a:off x="5377508" y="3207329"/>
              <a:ext cx="1835022" cy="688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線コネクタ 105">
              <a:extLst>
                <a:ext uri="{FF2B5EF4-FFF2-40B4-BE49-F238E27FC236}">
                  <a16:creationId xmlns:a16="http://schemas.microsoft.com/office/drawing/2014/main" id="{7E671BA7-E807-E962-B9D6-205A0F7D096D}"/>
                </a:ext>
              </a:extLst>
            </p:cNvPr>
            <p:cNvCxnSpPr>
              <a:cxnSpLocks/>
            </p:cNvCxnSpPr>
            <p:nvPr/>
          </p:nvCxnSpPr>
          <p:spPr>
            <a:xfrm>
              <a:off x="5605253" y="2962309"/>
              <a:ext cx="81085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線コネクタ 106">
              <a:extLst>
                <a:ext uri="{FF2B5EF4-FFF2-40B4-BE49-F238E27FC236}">
                  <a16:creationId xmlns:a16="http://schemas.microsoft.com/office/drawing/2014/main" id="{CC48BFFE-42F7-C57F-C6B2-B1129B8B79F8}"/>
                </a:ext>
              </a:extLst>
            </p:cNvPr>
            <p:cNvCxnSpPr>
              <a:cxnSpLocks/>
            </p:cNvCxnSpPr>
            <p:nvPr/>
          </p:nvCxnSpPr>
          <p:spPr>
            <a:xfrm>
              <a:off x="5601203" y="2957902"/>
              <a:ext cx="539" cy="25190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正方形/長方形 107">
              <a:extLst>
                <a:ext uri="{FF2B5EF4-FFF2-40B4-BE49-F238E27FC236}">
                  <a16:creationId xmlns:a16="http://schemas.microsoft.com/office/drawing/2014/main" id="{A0F6E9D5-3A12-CB7D-EEE6-9C994B2868D7}"/>
                </a:ext>
              </a:extLst>
            </p:cNvPr>
            <p:cNvSpPr/>
            <p:nvPr/>
          </p:nvSpPr>
          <p:spPr>
            <a:xfrm rot="5400000">
              <a:off x="6402367" y="2688055"/>
              <a:ext cx="348419" cy="4365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PE</a:t>
              </a:r>
              <a:endParaRPr kumimoji="1" lang="ja-JP" altLang="en-US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109" name="正方形/長方形 108">
              <a:extLst>
                <a:ext uri="{FF2B5EF4-FFF2-40B4-BE49-F238E27FC236}">
                  <a16:creationId xmlns:a16="http://schemas.microsoft.com/office/drawing/2014/main" id="{C48C3FEC-4AC0-5B37-6023-C593C4FB9AD8}"/>
                </a:ext>
              </a:extLst>
            </p:cNvPr>
            <p:cNvSpPr/>
            <p:nvPr/>
          </p:nvSpPr>
          <p:spPr>
            <a:xfrm rot="5400000">
              <a:off x="7329564" y="2688055"/>
              <a:ext cx="348419" cy="4365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PE</a:t>
              </a:r>
              <a:endParaRPr kumimoji="1" lang="ja-JP" altLang="en-US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110" name="直線コネクタ 109">
              <a:extLst>
                <a:ext uri="{FF2B5EF4-FFF2-40B4-BE49-F238E27FC236}">
                  <a16:creationId xmlns:a16="http://schemas.microsoft.com/office/drawing/2014/main" id="{A1222CCD-29DA-48D1-CA06-094D429B29BB}"/>
                </a:ext>
              </a:extLst>
            </p:cNvPr>
            <p:cNvCxnSpPr>
              <a:cxnSpLocks/>
            </p:cNvCxnSpPr>
            <p:nvPr/>
          </p:nvCxnSpPr>
          <p:spPr>
            <a:xfrm>
              <a:off x="5551760" y="2804678"/>
              <a:ext cx="13018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線コネクタ 110">
              <a:extLst>
                <a:ext uri="{FF2B5EF4-FFF2-40B4-BE49-F238E27FC236}">
                  <a16:creationId xmlns:a16="http://schemas.microsoft.com/office/drawing/2014/main" id="{16CC3354-B33B-73B8-FA11-7EA08954C537}"/>
                </a:ext>
              </a:extLst>
            </p:cNvPr>
            <p:cNvCxnSpPr>
              <a:cxnSpLocks/>
            </p:cNvCxnSpPr>
            <p:nvPr/>
          </p:nvCxnSpPr>
          <p:spPr>
            <a:xfrm>
              <a:off x="7134723" y="2804678"/>
              <a:ext cx="155695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線コネクタ 111">
              <a:extLst>
                <a:ext uri="{FF2B5EF4-FFF2-40B4-BE49-F238E27FC236}">
                  <a16:creationId xmlns:a16="http://schemas.microsoft.com/office/drawing/2014/main" id="{329101B8-4831-6B8F-DFC9-70C0484EB4ED}"/>
                </a:ext>
              </a:extLst>
            </p:cNvPr>
            <p:cNvCxnSpPr>
              <a:cxnSpLocks/>
            </p:cNvCxnSpPr>
            <p:nvPr/>
          </p:nvCxnSpPr>
          <p:spPr>
            <a:xfrm>
              <a:off x="6261785" y="2954006"/>
              <a:ext cx="93354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線コネクタ 112">
              <a:extLst>
                <a:ext uri="{FF2B5EF4-FFF2-40B4-BE49-F238E27FC236}">
                  <a16:creationId xmlns:a16="http://schemas.microsoft.com/office/drawing/2014/main" id="{C87CF378-28A2-86CB-8659-D0FE143A6449}"/>
                </a:ext>
              </a:extLst>
            </p:cNvPr>
            <p:cNvCxnSpPr>
              <a:cxnSpLocks/>
            </p:cNvCxnSpPr>
            <p:nvPr/>
          </p:nvCxnSpPr>
          <p:spPr>
            <a:xfrm>
              <a:off x="6261489" y="2953102"/>
              <a:ext cx="539" cy="25442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線コネクタ 113">
              <a:extLst>
                <a:ext uri="{FF2B5EF4-FFF2-40B4-BE49-F238E27FC236}">
                  <a16:creationId xmlns:a16="http://schemas.microsoft.com/office/drawing/2014/main" id="{FBA8FA38-8EA2-7E10-17DF-E617F95A3C67}"/>
                </a:ext>
              </a:extLst>
            </p:cNvPr>
            <p:cNvCxnSpPr>
              <a:cxnSpLocks/>
            </p:cNvCxnSpPr>
            <p:nvPr/>
          </p:nvCxnSpPr>
          <p:spPr>
            <a:xfrm>
              <a:off x="7204761" y="2967803"/>
              <a:ext cx="7715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線コネクタ 114">
              <a:extLst>
                <a:ext uri="{FF2B5EF4-FFF2-40B4-BE49-F238E27FC236}">
                  <a16:creationId xmlns:a16="http://schemas.microsoft.com/office/drawing/2014/main" id="{21AC60FE-AE5F-BAF4-C082-EB0DED2452A1}"/>
                </a:ext>
              </a:extLst>
            </p:cNvPr>
            <p:cNvCxnSpPr>
              <a:cxnSpLocks/>
            </p:cNvCxnSpPr>
            <p:nvPr/>
          </p:nvCxnSpPr>
          <p:spPr>
            <a:xfrm>
              <a:off x="7205887" y="2963396"/>
              <a:ext cx="539" cy="25190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線コネクタ 115">
              <a:extLst>
                <a:ext uri="{FF2B5EF4-FFF2-40B4-BE49-F238E27FC236}">
                  <a16:creationId xmlns:a16="http://schemas.microsoft.com/office/drawing/2014/main" id="{CD654E1E-4F90-7C99-8BB4-3323E0C74428}"/>
                </a:ext>
              </a:extLst>
            </p:cNvPr>
            <p:cNvCxnSpPr>
              <a:cxnSpLocks/>
            </p:cNvCxnSpPr>
            <p:nvPr/>
          </p:nvCxnSpPr>
          <p:spPr>
            <a:xfrm>
              <a:off x="6197081" y="2804678"/>
              <a:ext cx="155695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正方形/長方形 116">
              <a:extLst>
                <a:ext uri="{FF2B5EF4-FFF2-40B4-BE49-F238E27FC236}">
                  <a16:creationId xmlns:a16="http://schemas.microsoft.com/office/drawing/2014/main" id="{B196D6C3-BF79-5A36-524D-A922F120A243}"/>
                </a:ext>
              </a:extLst>
            </p:cNvPr>
            <p:cNvSpPr/>
            <p:nvPr/>
          </p:nvSpPr>
          <p:spPr>
            <a:xfrm rot="5400000">
              <a:off x="5730603" y="3530184"/>
              <a:ext cx="348419" cy="4365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PE</a:t>
              </a:r>
              <a:endParaRPr kumimoji="1" lang="ja-JP" altLang="en-US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118" name="直線コネクタ 117">
              <a:extLst>
                <a:ext uri="{FF2B5EF4-FFF2-40B4-BE49-F238E27FC236}">
                  <a16:creationId xmlns:a16="http://schemas.microsoft.com/office/drawing/2014/main" id="{407ADF0F-8FE8-0C86-C8B5-514463E4A6BA}"/>
                </a:ext>
              </a:extLst>
            </p:cNvPr>
            <p:cNvCxnSpPr>
              <a:cxnSpLocks/>
            </p:cNvCxnSpPr>
            <p:nvPr/>
          </p:nvCxnSpPr>
          <p:spPr>
            <a:xfrm>
              <a:off x="5376170" y="4049458"/>
              <a:ext cx="1835022" cy="688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線コネクタ 118">
              <a:extLst>
                <a:ext uri="{FF2B5EF4-FFF2-40B4-BE49-F238E27FC236}">
                  <a16:creationId xmlns:a16="http://schemas.microsoft.com/office/drawing/2014/main" id="{EF245B70-0523-0E08-9B96-18E56022E6AC}"/>
                </a:ext>
              </a:extLst>
            </p:cNvPr>
            <p:cNvCxnSpPr>
              <a:cxnSpLocks/>
            </p:cNvCxnSpPr>
            <p:nvPr/>
          </p:nvCxnSpPr>
          <p:spPr>
            <a:xfrm>
              <a:off x="5603915" y="3804438"/>
              <a:ext cx="81085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線コネクタ 119">
              <a:extLst>
                <a:ext uri="{FF2B5EF4-FFF2-40B4-BE49-F238E27FC236}">
                  <a16:creationId xmlns:a16="http://schemas.microsoft.com/office/drawing/2014/main" id="{41F8E3A7-4344-0E5A-CDB7-EA473BA7E29F}"/>
                </a:ext>
              </a:extLst>
            </p:cNvPr>
            <p:cNvCxnSpPr>
              <a:cxnSpLocks/>
            </p:cNvCxnSpPr>
            <p:nvPr/>
          </p:nvCxnSpPr>
          <p:spPr>
            <a:xfrm>
              <a:off x="5599865" y="3800031"/>
              <a:ext cx="539" cy="25190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正方形/長方形 120">
              <a:extLst>
                <a:ext uri="{FF2B5EF4-FFF2-40B4-BE49-F238E27FC236}">
                  <a16:creationId xmlns:a16="http://schemas.microsoft.com/office/drawing/2014/main" id="{64FF7300-5B34-AE53-89C0-0C13E3063818}"/>
                </a:ext>
              </a:extLst>
            </p:cNvPr>
            <p:cNvSpPr/>
            <p:nvPr/>
          </p:nvSpPr>
          <p:spPr>
            <a:xfrm rot="5400000">
              <a:off x="6401029" y="3530184"/>
              <a:ext cx="348419" cy="4365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PE</a:t>
              </a:r>
              <a:endParaRPr kumimoji="1" lang="ja-JP" altLang="en-US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122" name="正方形/長方形 121">
              <a:extLst>
                <a:ext uri="{FF2B5EF4-FFF2-40B4-BE49-F238E27FC236}">
                  <a16:creationId xmlns:a16="http://schemas.microsoft.com/office/drawing/2014/main" id="{CE6A6739-4561-DBA5-34CF-5ED5914A61AE}"/>
                </a:ext>
              </a:extLst>
            </p:cNvPr>
            <p:cNvSpPr/>
            <p:nvPr/>
          </p:nvSpPr>
          <p:spPr>
            <a:xfrm rot="5400000">
              <a:off x="7328226" y="3530184"/>
              <a:ext cx="348419" cy="4365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PE</a:t>
              </a:r>
              <a:endParaRPr kumimoji="1" lang="ja-JP" altLang="en-US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123" name="直線コネクタ 122">
              <a:extLst>
                <a:ext uri="{FF2B5EF4-FFF2-40B4-BE49-F238E27FC236}">
                  <a16:creationId xmlns:a16="http://schemas.microsoft.com/office/drawing/2014/main" id="{08EF5F4C-DF78-AE8D-185C-5C8AD9DA6198}"/>
                </a:ext>
              </a:extLst>
            </p:cNvPr>
            <p:cNvCxnSpPr>
              <a:cxnSpLocks/>
            </p:cNvCxnSpPr>
            <p:nvPr/>
          </p:nvCxnSpPr>
          <p:spPr>
            <a:xfrm>
              <a:off x="5550422" y="3646807"/>
              <a:ext cx="13018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線コネクタ 123">
              <a:extLst>
                <a:ext uri="{FF2B5EF4-FFF2-40B4-BE49-F238E27FC236}">
                  <a16:creationId xmlns:a16="http://schemas.microsoft.com/office/drawing/2014/main" id="{F99F8E88-D399-3140-5949-6881512851F4}"/>
                </a:ext>
              </a:extLst>
            </p:cNvPr>
            <p:cNvCxnSpPr>
              <a:cxnSpLocks/>
            </p:cNvCxnSpPr>
            <p:nvPr/>
          </p:nvCxnSpPr>
          <p:spPr>
            <a:xfrm>
              <a:off x="7133385" y="3646807"/>
              <a:ext cx="155695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線コネクタ 124">
              <a:extLst>
                <a:ext uri="{FF2B5EF4-FFF2-40B4-BE49-F238E27FC236}">
                  <a16:creationId xmlns:a16="http://schemas.microsoft.com/office/drawing/2014/main" id="{4BD420E2-B5A0-BD3D-5F8E-192D3DE89BF8}"/>
                </a:ext>
              </a:extLst>
            </p:cNvPr>
            <p:cNvCxnSpPr>
              <a:cxnSpLocks/>
            </p:cNvCxnSpPr>
            <p:nvPr/>
          </p:nvCxnSpPr>
          <p:spPr>
            <a:xfrm>
              <a:off x="6260447" y="3796135"/>
              <a:ext cx="93354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線コネクタ 125">
              <a:extLst>
                <a:ext uri="{FF2B5EF4-FFF2-40B4-BE49-F238E27FC236}">
                  <a16:creationId xmlns:a16="http://schemas.microsoft.com/office/drawing/2014/main" id="{22B6B01E-B0CE-8B56-A861-52A2C11D91E7}"/>
                </a:ext>
              </a:extLst>
            </p:cNvPr>
            <p:cNvCxnSpPr>
              <a:cxnSpLocks/>
            </p:cNvCxnSpPr>
            <p:nvPr/>
          </p:nvCxnSpPr>
          <p:spPr>
            <a:xfrm>
              <a:off x="6260151" y="3795231"/>
              <a:ext cx="539" cy="25442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線コネクタ 126">
              <a:extLst>
                <a:ext uri="{FF2B5EF4-FFF2-40B4-BE49-F238E27FC236}">
                  <a16:creationId xmlns:a16="http://schemas.microsoft.com/office/drawing/2014/main" id="{3D58D850-C36D-CC59-3669-EA9903A18719}"/>
                </a:ext>
              </a:extLst>
            </p:cNvPr>
            <p:cNvCxnSpPr>
              <a:cxnSpLocks/>
            </p:cNvCxnSpPr>
            <p:nvPr/>
          </p:nvCxnSpPr>
          <p:spPr>
            <a:xfrm>
              <a:off x="7203423" y="3809932"/>
              <a:ext cx="7715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線コネクタ 127">
              <a:extLst>
                <a:ext uri="{FF2B5EF4-FFF2-40B4-BE49-F238E27FC236}">
                  <a16:creationId xmlns:a16="http://schemas.microsoft.com/office/drawing/2014/main" id="{80230855-75D1-8FED-6452-E6047ED0345D}"/>
                </a:ext>
              </a:extLst>
            </p:cNvPr>
            <p:cNvCxnSpPr>
              <a:cxnSpLocks/>
            </p:cNvCxnSpPr>
            <p:nvPr/>
          </p:nvCxnSpPr>
          <p:spPr>
            <a:xfrm>
              <a:off x="7204549" y="3805525"/>
              <a:ext cx="539" cy="25190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直線コネクタ 128">
              <a:extLst>
                <a:ext uri="{FF2B5EF4-FFF2-40B4-BE49-F238E27FC236}">
                  <a16:creationId xmlns:a16="http://schemas.microsoft.com/office/drawing/2014/main" id="{38E9AFAF-0C1F-3F9B-8525-1BB7A59D7DE9}"/>
                </a:ext>
              </a:extLst>
            </p:cNvPr>
            <p:cNvCxnSpPr>
              <a:cxnSpLocks/>
            </p:cNvCxnSpPr>
            <p:nvPr/>
          </p:nvCxnSpPr>
          <p:spPr>
            <a:xfrm>
              <a:off x="6195743" y="3646807"/>
              <a:ext cx="155695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線コネクタ 129">
              <a:extLst>
                <a:ext uri="{FF2B5EF4-FFF2-40B4-BE49-F238E27FC236}">
                  <a16:creationId xmlns:a16="http://schemas.microsoft.com/office/drawing/2014/main" id="{9D860793-D6C5-2F56-D1DE-8A5AB1D90470}"/>
                </a:ext>
              </a:extLst>
            </p:cNvPr>
            <p:cNvCxnSpPr>
              <a:cxnSpLocks/>
              <a:stCxn id="44" idx="3"/>
            </p:cNvCxnSpPr>
            <p:nvPr/>
          </p:nvCxnSpPr>
          <p:spPr>
            <a:xfrm flipH="1">
              <a:off x="5897844" y="2512596"/>
              <a:ext cx="270" cy="7248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線コネクタ 130">
              <a:extLst>
                <a:ext uri="{FF2B5EF4-FFF2-40B4-BE49-F238E27FC236}">
                  <a16:creationId xmlns:a16="http://schemas.microsoft.com/office/drawing/2014/main" id="{D720933C-9BE6-85BF-2471-27B5073C7C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63231" y="2511265"/>
              <a:ext cx="270" cy="7248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線コネクタ 131">
              <a:extLst>
                <a:ext uri="{FF2B5EF4-FFF2-40B4-BE49-F238E27FC236}">
                  <a16:creationId xmlns:a16="http://schemas.microsoft.com/office/drawing/2014/main" id="{BA30078B-3F1F-6B71-16A9-35C6680104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2261" y="2508220"/>
              <a:ext cx="270" cy="7248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線矢印コネクタ 132">
              <a:extLst>
                <a:ext uri="{FF2B5EF4-FFF2-40B4-BE49-F238E27FC236}">
                  <a16:creationId xmlns:a16="http://schemas.microsoft.com/office/drawing/2014/main" id="{2C894B41-C1E7-E52B-CABA-A5A93DA79365}"/>
                </a:ext>
              </a:extLst>
            </p:cNvPr>
            <p:cNvCxnSpPr>
              <a:cxnSpLocks/>
            </p:cNvCxnSpPr>
            <p:nvPr/>
          </p:nvCxnSpPr>
          <p:spPr>
            <a:xfrm>
              <a:off x="5896824" y="3151861"/>
              <a:ext cx="1904361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線コネクタ 133">
              <a:extLst>
                <a:ext uri="{FF2B5EF4-FFF2-40B4-BE49-F238E27FC236}">
                  <a16:creationId xmlns:a16="http://schemas.microsoft.com/office/drawing/2014/main" id="{87F651B8-23B9-8705-6BFB-D00DBC5B24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97334" y="3083131"/>
              <a:ext cx="270" cy="7248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線コネクタ 134">
              <a:extLst>
                <a:ext uri="{FF2B5EF4-FFF2-40B4-BE49-F238E27FC236}">
                  <a16:creationId xmlns:a16="http://schemas.microsoft.com/office/drawing/2014/main" id="{BC079096-0C2B-3702-2AF8-3E2F45875C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62721" y="3081800"/>
              <a:ext cx="270" cy="7248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線コネクタ 135">
              <a:extLst>
                <a:ext uri="{FF2B5EF4-FFF2-40B4-BE49-F238E27FC236}">
                  <a16:creationId xmlns:a16="http://schemas.microsoft.com/office/drawing/2014/main" id="{502177AE-0D87-565D-E836-D2356BC1A3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1751" y="3078755"/>
              <a:ext cx="270" cy="7248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線矢印コネクタ 136">
              <a:extLst>
                <a:ext uri="{FF2B5EF4-FFF2-40B4-BE49-F238E27FC236}">
                  <a16:creationId xmlns:a16="http://schemas.microsoft.com/office/drawing/2014/main" id="{568BFBC3-7156-2430-6980-1C4B8E196896}"/>
                </a:ext>
              </a:extLst>
            </p:cNvPr>
            <p:cNvCxnSpPr>
              <a:cxnSpLocks/>
            </p:cNvCxnSpPr>
            <p:nvPr/>
          </p:nvCxnSpPr>
          <p:spPr>
            <a:xfrm>
              <a:off x="5914671" y="3997641"/>
              <a:ext cx="1889689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線コネクタ 137">
              <a:extLst>
                <a:ext uri="{FF2B5EF4-FFF2-40B4-BE49-F238E27FC236}">
                  <a16:creationId xmlns:a16="http://schemas.microsoft.com/office/drawing/2014/main" id="{E2ABA8B6-0633-2304-BA3B-C3326D4ABA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15181" y="3928911"/>
              <a:ext cx="270" cy="7248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線コネクタ 138">
              <a:extLst>
                <a:ext uri="{FF2B5EF4-FFF2-40B4-BE49-F238E27FC236}">
                  <a16:creationId xmlns:a16="http://schemas.microsoft.com/office/drawing/2014/main" id="{2D2BDDFE-CAAE-44EA-D5F2-D5D3749004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80568" y="3927580"/>
              <a:ext cx="270" cy="7248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線コネクタ 139">
              <a:extLst>
                <a:ext uri="{FF2B5EF4-FFF2-40B4-BE49-F238E27FC236}">
                  <a16:creationId xmlns:a16="http://schemas.microsoft.com/office/drawing/2014/main" id="{F62D09D5-9E01-16E1-A881-37182C3D6B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09598" y="3924535"/>
              <a:ext cx="270" cy="7248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正方形/長方形 140">
              <a:extLst>
                <a:ext uri="{FF2B5EF4-FFF2-40B4-BE49-F238E27FC236}">
                  <a16:creationId xmlns:a16="http://schemas.microsoft.com/office/drawing/2014/main" id="{BCF08384-F3E0-AE25-21A5-EA47B7B9DD6F}"/>
                </a:ext>
              </a:extLst>
            </p:cNvPr>
            <p:cNvSpPr/>
            <p:nvPr/>
          </p:nvSpPr>
          <p:spPr>
            <a:xfrm>
              <a:off x="4572450" y="4251738"/>
              <a:ext cx="3506273" cy="146541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2" name="テキスト ボックス 141">
              <a:extLst>
                <a:ext uri="{FF2B5EF4-FFF2-40B4-BE49-F238E27FC236}">
                  <a16:creationId xmlns:a16="http://schemas.microsoft.com/office/drawing/2014/main" id="{A649F8AF-838E-5112-39E3-D8DD785E9618}"/>
                </a:ext>
              </a:extLst>
            </p:cNvPr>
            <p:cNvSpPr txBox="1"/>
            <p:nvPr/>
          </p:nvSpPr>
          <p:spPr>
            <a:xfrm>
              <a:off x="4560172" y="4260153"/>
              <a:ext cx="200344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(d) Quantizer(</a:t>
              </a:r>
              <a:r>
                <a:rPr kumimoji="1" lang="en-US" altLang="ja-JP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Q</a:t>
              </a:r>
              <a:r>
                <a:rPr lang="en-US" altLang="ja-JP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)</a:t>
              </a:r>
              <a:endParaRPr lang="ja-JP" altLang="en-US" dirty="0">
                <a:latin typeface="Cambria Math" panose="02040503050406030204" pitchFamily="18" charset="0"/>
              </a:endParaRPr>
            </a:p>
          </p:txBody>
        </p:sp>
        <p:sp>
          <p:nvSpPr>
            <p:cNvPr id="143" name="楕円 142">
              <a:extLst>
                <a:ext uri="{FF2B5EF4-FFF2-40B4-BE49-F238E27FC236}">
                  <a16:creationId xmlns:a16="http://schemas.microsoft.com/office/drawing/2014/main" id="{FCB1F678-1EF6-5024-902E-AC6A97B257DB}"/>
                </a:ext>
              </a:extLst>
            </p:cNvPr>
            <p:cNvSpPr/>
            <p:nvPr/>
          </p:nvSpPr>
          <p:spPr>
            <a:xfrm>
              <a:off x="5223637" y="4822245"/>
              <a:ext cx="267802" cy="29051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ysClr val="windowText" lastClr="000000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144" name="直線コネクタ 143">
              <a:extLst>
                <a:ext uri="{FF2B5EF4-FFF2-40B4-BE49-F238E27FC236}">
                  <a16:creationId xmlns:a16="http://schemas.microsoft.com/office/drawing/2014/main" id="{81EBD045-D55C-01B8-DD3C-71DFAA58A0BB}"/>
                </a:ext>
              </a:extLst>
            </p:cNvPr>
            <p:cNvCxnSpPr>
              <a:cxnSpLocks/>
              <a:stCxn id="143" idx="1"/>
              <a:endCxn id="143" idx="5"/>
            </p:cNvCxnSpPr>
            <p:nvPr/>
          </p:nvCxnSpPr>
          <p:spPr>
            <a:xfrm>
              <a:off x="5262856" y="4864790"/>
              <a:ext cx="189364" cy="20542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線コネクタ 144">
              <a:extLst>
                <a:ext uri="{FF2B5EF4-FFF2-40B4-BE49-F238E27FC236}">
                  <a16:creationId xmlns:a16="http://schemas.microsoft.com/office/drawing/2014/main" id="{9DBC09D5-66E8-E0C8-B15D-2A2FDD5F4AA3}"/>
                </a:ext>
              </a:extLst>
            </p:cNvPr>
            <p:cNvCxnSpPr>
              <a:cxnSpLocks/>
              <a:stCxn id="143" idx="7"/>
              <a:endCxn id="143" idx="3"/>
            </p:cNvCxnSpPr>
            <p:nvPr/>
          </p:nvCxnSpPr>
          <p:spPr>
            <a:xfrm flipH="1">
              <a:off x="5262856" y="4864790"/>
              <a:ext cx="189364" cy="20542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線矢印コネクタ 145">
              <a:extLst>
                <a:ext uri="{FF2B5EF4-FFF2-40B4-BE49-F238E27FC236}">
                  <a16:creationId xmlns:a16="http://schemas.microsoft.com/office/drawing/2014/main" id="{C81C0170-10C7-87BA-8D35-07BD153166B2}"/>
                </a:ext>
              </a:extLst>
            </p:cNvPr>
            <p:cNvCxnSpPr>
              <a:cxnSpLocks/>
              <a:endCxn id="143" idx="3"/>
            </p:cNvCxnSpPr>
            <p:nvPr/>
          </p:nvCxnSpPr>
          <p:spPr>
            <a:xfrm flipV="1">
              <a:off x="5118967" y="5070215"/>
              <a:ext cx="143889" cy="12536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線矢印コネクタ 146">
              <a:extLst>
                <a:ext uri="{FF2B5EF4-FFF2-40B4-BE49-F238E27FC236}">
                  <a16:creationId xmlns:a16="http://schemas.microsoft.com/office/drawing/2014/main" id="{B4613152-976B-3105-7318-B84B50631EB0}"/>
                </a:ext>
              </a:extLst>
            </p:cNvPr>
            <p:cNvCxnSpPr>
              <a:cxnSpLocks/>
              <a:endCxn id="143" idx="1"/>
            </p:cNvCxnSpPr>
            <p:nvPr/>
          </p:nvCxnSpPr>
          <p:spPr>
            <a:xfrm>
              <a:off x="5140729" y="4739430"/>
              <a:ext cx="122127" cy="12536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線コネクタ 147">
              <a:extLst>
                <a:ext uri="{FF2B5EF4-FFF2-40B4-BE49-F238E27FC236}">
                  <a16:creationId xmlns:a16="http://schemas.microsoft.com/office/drawing/2014/main" id="{2AFB4C2E-B2DD-F78D-5076-DBDFB0CD77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25373" y="4739430"/>
              <a:ext cx="21547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線コネクタ 148">
              <a:extLst>
                <a:ext uri="{FF2B5EF4-FFF2-40B4-BE49-F238E27FC236}">
                  <a16:creationId xmlns:a16="http://schemas.microsoft.com/office/drawing/2014/main" id="{55263A65-BA25-3EE1-290C-ED5D7F4083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4946" y="5190404"/>
              <a:ext cx="21547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テキスト ボックス 149">
              <a:extLst>
                <a:ext uri="{FF2B5EF4-FFF2-40B4-BE49-F238E27FC236}">
                  <a16:creationId xmlns:a16="http://schemas.microsoft.com/office/drawing/2014/main" id="{95656CBF-628A-829D-EEF6-37B8949AD5CF}"/>
                </a:ext>
              </a:extLst>
            </p:cNvPr>
            <p:cNvSpPr txBox="1"/>
            <p:nvPr/>
          </p:nvSpPr>
          <p:spPr>
            <a:xfrm>
              <a:off x="4708921" y="4578576"/>
              <a:ext cx="2616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1200">
                  <a:latin typeface="Cambria Math" panose="02040503050406030204" pitchFamily="18" charset="0"/>
                  <a:ea typeface="Cambria Math" panose="02040503050406030204" pitchFamily="18" charset="0"/>
                </a:rPr>
                <a:t>y</a:t>
              </a:r>
              <a:endParaRPr kumimoji="1" lang="ja-JP" altLang="en-US" sz="1200">
                <a:latin typeface="Cambria Math" panose="02040503050406030204" pitchFamily="18" charset="0"/>
              </a:endParaRPr>
            </a:p>
          </p:txBody>
        </p:sp>
        <p:sp>
          <p:nvSpPr>
            <p:cNvPr id="151" name="テキスト ボックス 150">
              <a:extLst>
                <a:ext uri="{FF2B5EF4-FFF2-40B4-BE49-F238E27FC236}">
                  <a16:creationId xmlns:a16="http://schemas.microsoft.com/office/drawing/2014/main" id="{C6C0FBC7-4194-76FD-C570-6C951FDBDBBE}"/>
                </a:ext>
              </a:extLst>
            </p:cNvPr>
            <p:cNvSpPr txBox="1"/>
            <p:nvPr/>
          </p:nvSpPr>
          <p:spPr>
            <a:xfrm>
              <a:off x="4674983" y="5036745"/>
              <a:ext cx="25039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1200">
                  <a:latin typeface="Cambria Math" panose="02040503050406030204" pitchFamily="18" charset="0"/>
                  <a:ea typeface="Cambria Math" panose="02040503050406030204" pitchFamily="18" charset="0"/>
                </a:rPr>
                <a:t>s</a:t>
              </a:r>
              <a:endParaRPr kumimoji="1" lang="ja-JP" altLang="en-US" sz="1200">
                <a:latin typeface="Cambria Math" panose="02040503050406030204" pitchFamily="18" charset="0"/>
              </a:endParaRPr>
            </a:p>
          </p:txBody>
        </p:sp>
        <p:sp>
          <p:nvSpPr>
            <p:cNvPr id="152" name="正方形/長方形 151">
              <a:extLst>
                <a:ext uri="{FF2B5EF4-FFF2-40B4-BE49-F238E27FC236}">
                  <a16:creationId xmlns:a16="http://schemas.microsoft.com/office/drawing/2014/main" id="{9810EC3A-5D21-A6D6-0664-E749FB9A083E}"/>
                </a:ext>
              </a:extLst>
            </p:cNvPr>
            <p:cNvSpPr/>
            <p:nvPr/>
          </p:nvSpPr>
          <p:spPr>
            <a:xfrm rot="5400000">
              <a:off x="5722287" y="4800833"/>
              <a:ext cx="274243" cy="33673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en-US" altLang="ja-JP" sz="1100" b="1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&gt;&gt;</a:t>
              </a:r>
              <a:endParaRPr kumimoji="1" lang="ja-JP" altLang="en-US" sz="1100" b="1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153" name="テキスト ボックス 152">
              <a:extLst>
                <a:ext uri="{FF2B5EF4-FFF2-40B4-BE49-F238E27FC236}">
                  <a16:creationId xmlns:a16="http://schemas.microsoft.com/office/drawing/2014/main" id="{E12A0137-8383-1DB8-4E37-010D4A5E0FB3}"/>
                </a:ext>
              </a:extLst>
            </p:cNvPr>
            <p:cNvSpPr txBox="1"/>
            <p:nvPr/>
          </p:nvSpPr>
          <p:spPr>
            <a:xfrm>
              <a:off x="4573811" y="5272688"/>
              <a:ext cx="61266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12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shift-1</a:t>
              </a:r>
              <a:endParaRPr kumimoji="1" lang="ja-JP" altLang="en-US" sz="1200" dirty="0">
                <a:latin typeface="Cambria Math" panose="02040503050406030204" pitchFamily="18" charset="0"/>
              </a:endParaRPr>
            </a:p>
          </p:txBody>
        </p:sp>
        <p:cxnSp>
          <p:nvCxnSpPr>
            <p:cNvPr id="154" name="直線矢印コネクタ 153">
              <a:extLst>
                <a:ext uri="{FF2B5EF4-FFF2-40B4-BE49-F238E27FC236}">
                  <a16:creationId xmlns:a16="http://schemas.microsoft.com/office/drawing/2014/main" id="{1B0D0FA6-0441-876E-C0A4-811C3C8E8B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94122" y="5101602"/>
              <a:ext cx="0" cy="32600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線矢印コネクタ 154">
              <a:extLst>
                <a:ext uri="{FF2B5EF4-FFF2-40B4-BE49-F238E27FC236}">
                  <a16:creationId xmlns:a16="http://schemas.microsoft.com/office/drawing/2014/main" id="{2FBAE865-EFD4-34BA-7352-B3A5721A2A31}"/>
                </a:ext>
              </a:extLst>
            </p:cNvPr>
            <p:cNvCxnSpPr>
              <a:cxnSpLocks/>
              <a:stCxn id="143" idx="6"/>
              <a:endCxn id="152" idx="2"/>
            </p:cNvCxnSpPr>
            <p:nvPr/>
          </p:nvCxnSpPr>
          <p:spPr>
            <a:xfrm>
              <a:off x="5491439" y="4967503"/>
              <a:ext cx="199604" cy="169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線コネクタ 155">
              <a:extLst>
                <a:ext uri="{FF2B5EF4-FFF2-40B4-BE49-F238E27FC236}">
                  <a16:creationId xmlns:a16="http://schemas.microsoft.com/office/drawing/2014/main" id="{F92AD9A1-B091-AD63-1CE7-B0A38FA524C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04840" y="5423512"/>
              <a:ext cx="689282" cy="409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楕円 156">
              <a:extLst>
                <a:ext uri="{FF2B5EF4-FFF2-40B4-BE49-F238E27FC236}">
                  <a16:creationId xmlns:a16="http://schemas.microsoft.com/office/drawing/2014/main" id="{15936680-35F5-323E-B240-91224A5CA73C}"/>
                </a:ext>
              </a:extLst>
            </p:cNvPr>
            <p:cNvSpPr/>
            <p:nvPr/>
          </p:nvSpPr>
          <p:spPr>
            <a:xfrm>
              <a:off x="6482718" y="5034105"/>
              <a:ext cx="267802" cy="29051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ysClr val="windowText" lastClr="000000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158" name="直線コネクタ 157">
              <a:extLst>
                <a:ext uri="{FF2B5EF4-FFF2-40B4-BE49-F238E27FC236}">
                  <a16:creationId xmlns:a16="http://schemas.microsoft.com/office/drawing/2014/main" id="{42F6892F-796D-B673-45FD-BB5AA66787CE}"/>
                </a:ext>
              </a:extLst>
            </p:cNvPr>
            <p:cNvCxnSpPr>
              <a:cxnSpLocks/>
              <a:stCxn id="157" idx="0"/>
              <a:endCxn id="157" idx="4"/>
            </p:cNvCxnSpPr>
            <p:nvPr/>
          </p:nvCxnSpPr>
          <p:spPr>
            <a:xfrm>
              <a:off x="6616619" y="5034105"/>
              <a:ext cx="0" cy="29051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線コネクタ 158">
              <a:extLst>
                <a:ext uri="{FF2B5EF4-FFF2-40B4-BE49-F238E27FC236}">
                  <a16:creationId xmlns:a16="http://schemas.microsoft.com/office/drawing/2014/main" id="{63CD1E1C-5AA7-8807-AADF-24313F5DC9AB}"/>
                </a:ext>
              </a:extLst>
            </p:cNvPr>
            <p:cNvCxnSpPr>
              <a:cxnSpLocks/>
              <a:stCxn id="157" idx="6"/>
              <a:endCxn id="157" idx="2"/>
            </p:cNvCxnSpPr>
            <p:nvPr/>
          </p:nvCxnSpPr>
          <p:spPr>
            <a:xfrm flipH="1">
              <a:off x="6482718" y="5179363"/>
              <a:ext cx="267802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正方形/長方形 159">
              <a:extLst>
                <a:ext uri="{FF2B5EF4-FFF2-40B4-BE49-F238E27FC236}">
                  <a16:creationId xmlns:a16="http://schemas.microsoft.com/office/drawing/2014/main" id="{F92DB447-9B1E-8B5A-C1B2-AD87190FF5FE}"/>
                </a:ext>
              </a:extLst>
            </p:cNvPr>
            <p:cNvSpPr/>
            <p:nvPr/>
          </p:nvSpPr>
          <p:spPr>
            <a:xfrm rot="5400000">
              <a:off x="5994068" y="5299041"/>
              <a:ext cx="274243" cy="27492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en-US" altLang="ja-JP" sz="140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1</a:t>
              </a:r>
            </a:p>
          </p:txBody>
        </p:sp>
        <p:cxnSp>
          <p:nvCxnSpPr>
            <p:cNvPr id="161" name="直線矢印コネクタ 160">
              <a:extLst>
                <a:ext uri="{FF2B5EF4-FFF2-40B4-BE49-F238E27FC236}">
                  <a16:creationId xmlns:a16="http://schemas.microsoft.com/office/drawing/2014/main" id="{055EF83E-4B23-EEA3-A91F-87BF7440395B}"/>
                </a:ext>
              </a:extLst>
            </p:cNvPr>
            <p:cNvCxnSpPr>
              <a:cxnSpLocks/>
              <a:endCxn id="157" idx="3"/>
            </p:cNvCxnSpPr>
            <p:nvPr/>
          </p:nvCxnSpPr>
          <p:spPr>
            <a:xfrm flipV="1">
              <a:off x="6412089" y="5282075"/>
              <a:ext cx="109848" cy="15443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直線コネクタ 161">
              <a:extLst>
                <a:ext uri="{FF2B5EF4-FFF2-40B4-BE49-F238E27FC236}">
                  <a16:creationId xmlns:a16="http://schemas.microsoft.com/office/drawing/2014/main" id="{9D547766-51E9-453D-DB3D-37C685E96D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73476" y="5436503"/>
              <a:ext cx="82207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線コネクタ 162">
              <a:extLst>
                <a:ext uri="{FF2B5EF4-FFF2-40B4-BE49-F238E27FC236}">
                  <a16:creationId xmlns:a16="http://schemas.microsoft.com/office/drawing/2014/main" id="{1D007770-F314-3BBE-FA37-28AEEE9C75A4}"/>
                </a:ext>
              </a:extLst>
            </p:cNvPr>
            <p:cNvCxnSpPr>
              <a:cxnSpLocks/>
              <a:endCxn id="152" idx="0"/>
            </p:cNvCxnSpPr>
            <p:nvPr/>
          </p:nvCxnSpPr>
          <p:spPr>
            <a:xfrm flipH="1">
              <a:off x="6027775" y="4964480"/>
              <a:ext cx="384314" cy="472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直線矢印コネクタ 163">
              <a:extLst>
                <a:ext uri="{FF2B5EF4-FFF2-40B4-BE49-F238E27FC236}">
                  <a16:creationId xmlns:a16="http://schemas.microsoft.com/office/drawing/2014/main" id="{E3D032BA-8B16-E9EB-7B0C-B28B5B2FE48E}"/>
                </a:ext>
              </a:extLst>
            </p:cNvPr>
            <p:cNvCxnSpPr>
              <a:cxnSpLocks/>
              <a:endCxn id="157" idx="1"/>
            </p:cNvCxnSpPr>
            <p:nvPr/>
          </p:nvCxnSpPr>
          <p:spPr>
            <a:xfrm>
              <a:off x="6409005" y="4958613"/>
              <a:ext cx="112932" cy="11803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線矢印コネクタ 164">
              <a:extLst>
                <a:ext uri="{FF2B5EF4-FFF2-40B4-BE49-F238E27FC236}">
                  <a16:creationId xmlns:a16="http://schemas.microsoft.com/office/drawing/2014/main" id="{06642DAF-A50A-4AC5-F0A9-E8823715F178}"/>
                </a:ext>
              </a:extLst>
            </p:cNvPr>
            <p:cNvCxnSpPr>
              <a:cxnSpLocks/>
              <a:stCxn id="157" idx="6"/>
              <a:endCxn id="166" idx="2"/>
            </p:cNvCxnSpPr>
            <p:nvPr/>
          </p:nvCxnSpPr>
          <p:spPr>
            <a:xfrm flipV="1">
              <a:off x="6750520" y="5175246"/>
              <a:ext cx="176662" cy="411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正方形/長方形 165">
              <a:extLst>
                <a:ext uri="{FF2B5EF4-FFF2-40B4-BE49-F238E27FC236}">
                  <a16:creationId xmlns:a16="http://schemas.microsoft.com/office/drawing/2014/main" id="{C76DA7FD-7901-2B69-EF38-A3796332E6D1}"/>
                </a:ext>
              </a:extLst>
            </p:cNvPr>
            <p:cNvSpPr/>
            <p:nvPr/>
          </p:nvSpPr>
          <p:spPr>
            <a:xfrm rot="5400000">
              <a:off x="6958426" y="5006879"/>
              <a:ext cx="274243" cy="33673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en-US" altLang="ja-JP" sz="1100" b="1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&gt;&gt;</a:t>
              </a:r>
              <a:endParaRPr kumimoji="1" lang="ja-JP" altLang="en-US" sz="1100" b="1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167" name="楕円 166">
              <a:extLst>
                <a:ext uri="{FF2B5EF4-FFF2-40B4-BE49-F238E27FC236}">
                  <a16:creationId xmlns:a16="http://schemas.microsoft.com/office/drawing/2014/main" id="{BA96D513-6D62-4E42-DBF4-1842B766D925}"/>
                </a:ext>
              </a:extLst>
            </p:cNvPr>
            <p:cNvSpPr/>
            <p:nvPr/>
          </p:nvSpPr>
          <p:spPr>
            <a:xfrm>
              <a:off x="6392243" y="5413644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68" name="直線矢印コネクタ 167">
              <a:extLst>
                <a:ext uri="{FF2B5EF4-FFF2-40B4-BE49-F238E27FC236}">
                  <a16:creationId xmlns:a16="http://schemas.microsoft.com/office/drawing/2014/main" id="{CF40EF44-4F4D-0FCE-DE70-A5A32DAF447D}"/>
                </a:ext>
              </a:extLst>
            </p:cNvPr>
            <p:cNvCxnSpPr>
              <a:cxnSpLocks/>
              <a:endCxn id="166" idx="3"/>
            </p:cNvCxnSpPr>
            <p:nvPr/>
          </p:nvCxnSpPr>
          <p:spPr>
            <a:xfrm flipV="1">
              <a:off x="7095548" y="5312367"/>
              <a:ext cx="0" cy="12413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線矢印コネクタ 168">
              <a:extLst>
                <a:ext uri="{FF2B5EF4-FFF2-40B4-BE49-F238E27FC236}">
                  <a16:creationId xmlns:a16="http://schemas.microsoft.com/office/drawing/2014/main" id="{B2BFE04A-8A4C-61C3-B35C-157F12608977}"/>
                </a:ext>
              </a:extLst>
            </p:cNvPr>
            <p:cNvCxnSpPr>
              <a:cxnSpLocks/>
            </p:cNvCxnSpPr>
            <p:nvPr/>
          </p:nvCxnSpPr>
          <p:spPr>
            <a:xfrm>
              <a:off x="7263914" y="5190404"/>
              <a:ext cx="17541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0" name="テキスト ボックス 169">
              <a:extLst>
                <a:ext uri="{FF2B5EF4-FFF2-40B4-BE49-F238E27FC236}">
                  <a16:creationId xmlns:a16="http://schemas.microsoft.com/office/drawing/2014/main" id="{65B181BC-AC7F-93F2-5CE6-2520266D6772}"/>
                </a:ext>
              </a:extLst>
            </p:cNvPr>
            <p:cNvSpPr txBox="1"/>
            <p:nvPr/>
          </p:nvSpPr>
          <p:spPr>
            <a:xfrm>
              <a:off x="7376964" y="5035367"/>
              <a:ext cx="3452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1200" err="1">
                  <a:latin typeface="Cambria Math" panose="02040503050406030204" pitchFamily="18" charset="0"/>
                  <a:ea typeface="Cambria Math" panose="02040503050406030204" pitchFamily="18" charset="0"/>
                </a:rPr>
                <a:t>qy</a:t>
              </a:r>
              <a:endParaRPr kumimoji="1" lang="ja-JP" altLang="en-US" sz="1200">
                <a:latin typeface="Cambria Math" panose="02040503050406030204" pitchFamily="18" charset="0"/>
              </a:endParaRPr>
            </a:p>
          </p:txBody>
        </p:sp>
        <p:sp>
          <p:nvSpPr>
            <p:cNvPr id="171" name="正方形/長方形 170">
              <a:extLst>
                <a:ext uri="{FF2B5EF4-FFF2-40B4-BE49-F238E27FC236}">
                  <a16:creationId xmlns:a16="http://schemas.microsoft.com/office/drawing/2014/main" id="{E3CF6E8C-37BF-97C0-8CEC-DA5BBA1C1CBE}"/>
                </a:ext>
              </a:extLst>
            </p:cNvPr>
            <p:cNvSpPr/>
            <p:nvPr/>
          </p:nvSpPr>
          <p:spPr>
            <a:xfrm rot="5400000">
              <a:off x="2626311" y="438257"/>
              <a:ext cx="321806" cy="307887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Controller</a:t>
              </a:r>
              <a:endParaRPr kumimoji="1" lang="ja-JP" altLang="en-US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172" name="正方形/長方形 171">
              <a:extLst>
                <a:ext uri="{FF2B5EF4-FFF2-40B4-BE49-F238E27FC236}">
                  <a16:creationId xmlns:a16="http://schemas.microsoft.com/office/drawing/2014/main" id="{19364BFE-B5F6-89C8-C5A2-018915FBBFF3}"/>
                </a:ext>
              </a:extLst>
            </p:cNvPr>
            <p:cNvSpPr/>
            <p:nvPr/>
          </p:nvSpPr>
          <p:spPr>
            <a:xfrm rot="16200000">
              <a:off x="1279908" y="2862381"/>
              <a:ext cx="628687" cy="72094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kumimoji="1" lang="en-US" altLang="ja-JP" sz="14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PARAM</a:t>
              </a:r>
            </a:p>
            <a:p>
              <a:pPr algn="ctr"/>
              <a:r>
                <a:rPr kumimoji="1" lang="en-US" altLang="ja-JP" sz="14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FIFO</a:t>
              </a:r>
            </a:p>
          </p:txBody>
        </p:sp>
        <p:sp>
          <p:nvSpPr>
            <p:cNvPr id="173" name="正方形/長方形 172">
              <a:extLst>
                <a:ext uri="{FF2B5EF4-FFF2-40B4-BE49-F238E27FC236}">
                  <a16:creationId xmlns:a16="http://schemas.microsoft.com/office/drawing/2014/main" id="{A3BA6B4A-731A-1398-5B42-D19CF728C136}"/>
                </a:ext>
              </a:extLst>
            </p:cNvPr>
            <p:cNvSpPr/>
            <p:nvPr/>
          </p:nvSpPr>
          <p:spPr>
            <a:xfrm>
              <a:off x="2194971" y="2361456"/>
              <a:ext cx="2105950" cy="116864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t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CORE</a:t>
              </a:r>
            </a:p>
          </p:txBody>
        </p:sp>
        <p:sp>
          <p:nvSpPr>
            <p:cNvPr id="174" name="正方形/長方形 173">
              <a:extLst>
                <a:ext uri="{FF2B5EF4-FFF2-40B4-BE49-F238E27FC236}">
                  <a16:creationId xmlns:a16="http://schemas.microsoft.com/office/drawing/2014/main" id="{C33D07CF-03E6-5C87-8346-E0FA66CFA597}"/>
                </a:ext>
              </a:extLst>
            </p:cNvPr>
            <p:cNvSpPr/>
            <p:nvPr/>
          </p:nvSpPr>
          <p:spPr>
            <a:xfrm rot="16200000">
              <a:off x="3074797" y="2791553"/>
              <a:ext cx="369333" cy="212898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</a:rPr>
                <a:t>XFIFO</a:t>
              </a:r>
              <a:endParaRPr kumimoji="1" lang="ja-JP" altLang="en-US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175" name="直線矢印コネクタ 174">
              <a:extLst>
                <a:ext uri="{FF2B5EF4-FFF2-40B4-BE49-F238E27FC236}">
                  <a16:creationId xmlns:a16="http://schemas.microsoft.com/office/drawing/2014/main" id="{7884E319-90C2-FCA5-BF55-301C46939BD9}"/>
                </a:ext>
              </a:extLst>
            </p:cNvPr>
            <p:cNvCxnSpPr>
              <a:cxnSpLocks/>
              <a:stCxn id="172" idx="2"/>
            </p:cNvCxnSpPr>
            <p:nvPr/>
          </p:nvCxnSpPr>
          <p:spPr>
            <a:xfrm>
              <a:off x="1954725" y="3222854"/>
              <a:ext cx="248611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直線矢印コネクタ 175">
              <a:extLst>
                <a:ext uri="{FF2B5EF4-FFF2-40B4-BE49-F238E27FC236}">
                  <a16:creationId xmlns:a16="http://schemas.microsoft.com/office/drawing/2014/main" id="{3EDE9CA4-9864-D70A-158C-A6EDC48D62B5}"/>
                </a:ext>
              </a:extLst>
            </p:cNvPr>
            <p:cNvCxnSpPr>
              <a:cxnSpLocks/>
            </p:cNvCxnSpPr>
            <p:nvPr/>
          </p:nvCxnSpPr>
          <p:spPr>
            <a:xfrm>
              <a:off x="3522440" y="3530102"/>
              <a:ext cx="0" cy="13544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線矢印コネクタ 176">
              <a:extLst>
                <a:ext uri="{FF2B5EF4-FFF2-40B4-BE49-F238E27FC236}">
                  <a16:creationId xmlns:a16="http://schemas.microsoft.com/office/drawing/2014/main" id="{EBD24987-9D59-8716-0B1B-BAB7719339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69990" y="3532201"/>
              <a:ext cx="0" cy="14763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直線矢印コネクタ 177">
              <a:extLst>
                <a:ext uri="{FF2B5EF4-FFF2-40B4-BE49-F238E27FC236}">
                  <a16:creationId xmlns:a16="http://schemas.microsoft.com/office/drawing/2014/main" id="{B6F79C63-B1B7-9A6B-D994-2EA86DA0FD4F}"/>
                </a:ext>
              </a:extLst>
            </p:cNvPr>
            <p:cNvCxnSpPr>
              <a:cxnSpLocks/>
              <a:endCxn id="174" idx="0"/>
            </p:cNvCxnSpPr>
            <p:nvPr/>
          </p:nvCxnSpPr>
          <p:spPr>
            <a:xfrm>
              <a:off x="1607127" y="3856044"/>
              <a:ext cx="58784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テキスト ボックス 178">
              <a:extLst>
                <a:ext uri="{FF2B5EF4-FFF2-40B4-BE49-F238E27FC236}">
                  <a16:creationId xmlns:a16="http://schemas.microsoft.com/office/drawing/2014/main" id="{2511910E-07F7-593D-E29C-964F516C13DB}"/>
                </a:ext>
              </a:extLst>
            </p:cNvPr>
            <p:cNvSpPr txBox="1"/>
            <p:nvPr/>
          </p:nvSpPr>
          <p:spPr>
            <a:xfrm>
              <a:off x="1207454" y="3718808"/>
              <a:ext cx="539549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ja-JP" sz="11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pixel</a:t>
              </a:r>
              <a:endParaRPr lang="ja-JP" altLang="en-US" sz="1100" dirty="0"/>
            </a:p>
          </p:txBody>
        </p:sp>
        <p:sp>
          <p:nvSpPr>
            <p:cNvPr id="180" name="正方形/長方形 179">
              <a:extLst>
                <a:ext uri="{FF2B5EF4-FFF2-40B4-BE49-F238E27FC236}">
                  <a16:creationId xmlns:a16="http://schemas.microsoft.com/office/drawing/2014/main" id="{65216C1C-7C7C-F6E9-01CA-73906B22FFC5}"/>
                </a:ext>
              </a:extLst>
            </p:cNvPr>
            <p:cNvSpPr/>
            <p:nvPr/>
          </p:nvSpPr>
          <p:spPr>
            <a:xfrm>
              <a:off x="2286181" y="2745393"/>
              <a:ext cx="612894" cy="5326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OPU</a:t>
              </a:r>
            </a:p>
            <a:p>
              <a:pPr algn="ctr"/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8×8</a:t>
              </a:r>
            </a:p>
          </p:txBody>
        </p:sp>
        <p:sp>
          <p:nvSpPr>
            <p:cNvPr id="181" name="正方形/長方形 180">
              <a:extLst>
                <a:ext uri="{FF2B5EF4-FFF2-40B4-BE49-F238E27FC236}">
                  <a16:creationId xmlns:a16="http://schemas.microsoft.com/office/drawing/2014/main" id="{03E22DCD-1AA9-4B52-58D8-05D1CE944B9E}"/>
                </a:ext>
              </a:extLst>
            </p:cNvPr>
            <p:cNvSpPr/>
            <p:nvPr/>
          </p:nvSpPr>
          <p:spPr>
            <a:xfrm>
              <a:off x="2975733" y="2745393"/>
              <a:ext cx="612894" cy="5326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kumimoji="1" lang="en-US" altLang="ja-JP" sz="1400" dirty="0" err="1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ReLU</a:t>
              </a:r>
              <a:endParaRPr kumimoji="1" lang="en-US" altLang="ja-JP" sz="1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  <a:p>
              <a:pPr algn="ctr"/>
              <a:r>
                <a:rPr kumimoji="1" lang="en-US" altLang="ja-JP" sz="14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8×8</a:t>
              </a:r>
            </a:p>
          </p:txBody>
        </p:sp>
        <p:sp>
          <p:nvSpPr>
            <p:cNvPr id="182" name="正方形/長方形 181">
              <a:extLst>
                <a:ext uri="{FF2B5EF4-FFF2-40B4-BE49-F238E27FC236}">
                  <a16:creationId xmlns:a16="http://schemas.microsoft.com/office/drawing/2014/main" id="{391C4348-D6DE-85AC-E6C4-CDD92F7ED3B0}"/>
                </a:ext>
              </a:extLst>
            </p:cNvPr>
            <p:cNvSpPr/>
            <p:nvPr/>
          </p:nvSpPr>
          <p:spPr>
            <a:xfrm>
              <a:off x="3665286" y="2745393"/>
              <a:ext cx="612894" cy="5326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Q</a:t>
              </a:r>
            </a:p>
            <a:p>
              <a:pPr algn="ctr"/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8×8</a:t>
              </a:r>
            </a:p>
          </p:txBody>
        </p:sp>
        <p:cxnSp>
          <p:nvCxnSpPr>
            <p:cNvPr id="183" name="直線矢印コネクタ 182">
              <a:extLst>
                <a:ext uri="{FF2B5EF4-FFF2-40B4-BE49-F238E27FC236}">
                  <a16:creationId xmlns:a16="http://schemas.microsoft.com/office/drawing/2014/main" id="{A8B50D64-104B-F172-B2D3-B73F34BEE115}"/>
                </a:ext>
              </a:extLst>
            </p:cNvPr>
            <p:cNvCxnSpPr>
              <a:cxnSpLocks/>
              <a:stCxn id="180" idx="3"/>
              <a:endCxn id="181" idx="1"/>
            </p:cNvCxnSpPr>
            <p:nvPr/>
          </p:nvCxnSpPr>
          <p:spPr>
            <a:xfrm>
              <a:off x="2899075" y="3011741"/>
              <a:ext cx="7665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直線矢印コネクタ 183">
              <a:extLst>
                <a:ext uri="{FF2B5EF4-FFF2-40B4-BE49-F238E27FC236}">
                  <a16:creationId xmlns:a16="http://schemas.microsoft.com/office/drawing/2014/main" id="{2A89583D-787E-6C0B-9832-C3E34378D1A0}"/>
                </a:ext>
              </a:extLst>
            </p:cNvPr>
            <p:cNvCxnSpPr>
              <a:cxnSpLocks/>
              <a:stCxn id="181" idx="3"/>
              <a:endCxn id="182" idx="1"/>
            </p:cNvCxnSpPr>
            <p:nvPr/>
          </p:nvCxnSpPr>
          <p:spPr>
            <a:xfrm>
              <a:off x="3588627" y="3011741"/>
              <a:ext cx="76659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8" name="正方形/長方形 187">
            <a:extLst>
              <a:ext uri="{FF2B5EF4-FFF2-40B4-BE49-F238E27FC236}">
                <a16:creationId xmlns:a16="http://schemas.microsoft.com/office/drawing/2014/main" id="{7D3B1737-E899-A77D-FA94-C51166217874}"/>
              </a:ext>
            </a:extLst>
          </p:cNvPr>
          <p:cNvSpPr/>
          <p:nvPr/>
        </p:nvSpPr>
        <p:spPr>
          <a:xfrm rot="16200000">
            <a:off x="2957034" y="2789714"/>
            <a:ext cx="365119" cy="735637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Counter</a:t>
            </a:r>
          </a:p>
        </p:txBody>
      </p:sp>
      <p:cxnSp>
        <p:nvCxnSpPr>
          <p:cNvPr id="192" name="直線矢印コネクタ 191">
            <a:extLst>
              <a:ext uri="{FF2B5EF4-FFF2-40B4-BE49-F238E27FC236}">
                <a16:creationId xmlns:a16="http://schemas.microsoft.com/office/drawing/2014/main" id="{53AE16EC-2FB8-DF3A-5754-93FF266D684B}"/>
              </a:ext>
            </a:extLst>
          </p:cNvPr>
          <p:cNvCxnSpPr>
            <a:cxnSpLocks/>
          </p:cNvCxnSpPr>
          <p:nvPr/>
        </p:nvCxnSpPr>
        <p:spPr>
          <a:xfrm>
            <a:off x="2990850" y="2730500"/>
            <a:ext cx="0" cy="24447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線矢印コネクタ 194">
            <a:extLst>
              <a:ext uri="{FF2B5EF4-FFF2-40B4-BE49-F238E27FC236}">
                <a16:creationId xmlns:a16="http://schemas.microsoft.com/office/drawing/2014/main" id="{172A9604-7FDA-2462-8847-BCB8FE42244A}"/>
              </a:ext>
            </a:extLst>
          </p:cNvPr>
          <p:cNvCxnSpPr>
            <a:cxnSpLocks/>
          </p:cNvCxnSpPr>
          <p:nvPr/>
        </p:nvCxnSpPr>
        <p:spPr>
          <a:xfrm flipV="1">
            <a:off x="3295650" y="2730500"/>
            <a:ext cx="0" cy="22899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56ECF10-301A-C454-4665-DBC0A37D15AB}"/>
              </a:ext>
            </a:extLst>
          </p:cNvPr>
          <p:cNvSpPr txBox="1"/>
          <p:nvPr/>
        </p:nvSpPr>
        <p:spPr>
          <a:xfrm>
            <a:off x="289832" y="4211084"/>
            <a:ext cx="2481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RingBuffer</a:t>
            </a:r>
            <a:r>
              <a:rPr kumimoji="1" lang="ja-JP" alt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？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31724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5BD057C7-D2EF-11BE-2D8F-DFF4231475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1193078"/>
            <a:ext cx="11809312" cy="995423"/>
          </a:xfrm>
        </p:spPr>
        <p:txBody>
          <a:bodyPr>
            <a:normAutofit/>
          </a:bodyPr>
          <a:lstStyle/>
          <a:p>
            <a:r>
              <a:rPr kumimoji="1" lang="en-US" altLang="ja-JP" dirty="0"/>
              <a:t>STATE</a:t>
            </a:r>
          </a:p>
          <a:p>
            <a:pPr lvl="1"/>
            <a:r>
              <a:rPr lang="en-US" altLang="ja-JP" dirty="0"/>
              <a:t>INIT, IDLE, LD, EXEC, WRITE, LP_CTRL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80B65D8-5F2D-95BB-C86D-EFC15B79D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7BDF-BBE8-459F-AB46-F09C8B0A9A6C}" type="slidenum">
              <a:rPr kumimoji="1" lang="ja-JP" altLang="en-US" smtClean="0"/>
              <a:t>7</a:t>
            </a:fld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560B8EE8-B50F-AF98-633A-1225415F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FSM Controller</a:t>
            </a:r>
            <a:endParaRPr kumimoji="1" lang="ja-JP" altLang="en-US" dirty="0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E94E05FC-6EE1-A7BF-C6B9-AB54515B124D}"/>
              </a:ext>
            </a:extLst>
          </p:cNvPr>
          <p:cNvSpPr/>
          <p:nvPr/>
        </p:nvSpPr>
        <p:spPr>
          <a:xfrm>
            <a:off x="1235033" y="3089068"/>
            <a:ext cx="902525" cy="834242"/>
          </a:xfrm>
          <a:prstGeom prst="ellipse">
            <a:avLst/>
          </a:prstGeom>
          <a:noFill/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INIT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8AEDA7BE-BE4D-D64A-0CCE-466480FC05FB}"/>
              </a:ext>
            </a:extLst>
          </p:cNvPr>
          <p:cNvSpPr/>
          <p:nvPr/>
        </p:nvSpPr>
        <p:spPr>
          <a:xfrm>
            <a:off x="3306288" y="3089068"/>
            <a:ext cx="902525" cy="834242"/>
          </a:xfrm>
          <a:prstGeom prst="ellipse">
            <a:avLst/>
          </a:prstGeom>
          <a:noFill/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IDLE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635348E3-4556-AB67-CB8C-A7F7289616FD}"/>
              </a:ext>
            </a:extLst>
          </p:cNvPr>
          <p:cNvSpPr/>
          <p:nvPr/>
        </p:nvSpPr>
        <p:spPr>
          <a:xfrm>
            <a:off x="5377543" y="3089068"/>
            <a:ext cx="902525" cy="834242"/>
          </a:xfrm>
          <a:prstGeom prst="ellipse">
            <a:avLst/>
          </a:prstGeom>
          <a:noFill/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chemeClr val="tx1"/>
                </a:solidFill>
              </a:rPr>
              <a:t>LD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88F9E58A-38A0-DA8F-2F22-75A4ECC2BC4A}"/>
              </a:ext>
            </a:extLst>
          </p:cNvPr>
          <p:cNvSpPr/>
          <p:nvPr/>
        </p:nvSpPr>
        <p:spPr>
          <a:xfrm>
            <a:off x="7448798" y="3089068"/>
            <a:ext cx="902525" cy="834242"/>
          </a:xfrm>
          <a:prstGeom prst="ellipse">
            <a:avLst/>
          </a:prstGeom>
          <a:noFill/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chemeClr val="tx1"/>
                </a:solidFill>
              </a:rPr>
              <a:t>EXEC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AB91BC75-84F5-D72C-8D66-A37FB3404B2E}"/>
              </a:ext>
            </a:extLst>
          </p:cNvPr>
          <p:cNvSpPr/>
          <p:nvPr/>
        </p:nvSpPr>
        <p:spPr>
          <a:xfrm>
            <a:off x="9520051" y="3089068"/>
            <a:ext cx="902525" cy="834242"/>
          </a:xfrm>
          <a:prstGeom prst="ellipse">
            <a:avLst/>
          </a:prstGeom>
          <a:noFill/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WR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672425CD-E290-EFD5-E9C1-BB13F297E1EB}"/>
              </a:ext>
            </a:extLst>
          </p:cNvPr>
          <p:cNvSpPr/>
          <p:nvPr/>
        </p:nvSpPr>
        <p:spPr>
          <a:xfrm>
            <a:off x="5377542" y="5384965"/>
            <a:ext cx="902525" cy="834242"/>
          </a:xfrm>
          <a:prstGeom prst="ellipse">
            <a:avLst/>
          </a:prstGeom>
          <a:noFill/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chemeClr val="tx1"/>
                </a:solidFill>
              </a:rPr>
              <a:t>LP</a:t>
            </a:r>
          </a:p>
          <a:p>
            <a:pPr algn="ctr"/>
            <a:r>
              <a:rPr kumimoji="1" lang="en-US" altLang="ja-JP" sz="1600" dirty="0">
                <a:solidFill>
                  <a:schemeClr val="tx1"/>
                </a:solidFill>
              </a:rPr>
              <a:t>CTRL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908643E5-457F-4572-4435-E967FA995EFB}"/>
              </a:ext>
            </a:extLst>
          </p:cNvPr>
          <p:cNvCxnSpPr>
            <a:stCxn id="5" idx="6"/>
            <a:endCxn id="6" idx="2"/>
          </p:cNvCxnSpPr>
          <p:nvPr/>
        </p:nvCxnSpPr>
        <p:spPr>
          <a:xfrm>
            <a:off x="2137558" y="3506189"/>
            <a:ext cx="11687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EE8EB339-05F1-C961-6C9C-567C5AC1F1D3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>
            <a:off x="4208813" y="3506189"/>
            <a:ext cx="11687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A9FF4FE9-8E72-17DA-78AA-E307F6564B43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>
            <a:off x="6280068" y="3506189"/>
            <a:ext cx="11687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E368EE77-C634-FB7F-7939-402CFD4F24AD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>
          <a:xfrm>
            <a:off x="8351323" y="3506189"/>
            <a:ext cx="116872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EC369A71-F0D8-EFCC-3DD6-959EB1985655}"/>
              </a:ext>
            </a:extLst>
          </p:cNvPr>
          <p:cNvCxnSpPr>
            <a:cxnSpLocks/>
            <a:stCxn id="9" idx="3"/>
            <a:endCxn id="10" idx="7"/>
          </p:cNvCxnSpPr>
          <p:nvPr/>
        </p:nvCxnSpPr>
        <p:spPr>
          <a:xfrm flipH="1">
            <a:off x="6147895" y="3801138"/>
            <a:ext cx="3504328" cy="17059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F87F5C74-BF99-E742-E11B-8392453980BA}"/>
              </a:ext>
            </a:extLst>
          </p:cNvPr>
          <p:cNvCxnSpPr>
            <a:cxnSpLocks/>
            <a:stCxn id="10" idx="1"/>
            <a:endCxn id="6" idx="5"/>
          </p:cNvCxnSpPr>
          <p:nvPr/>
        </p:nvCxnSpPr>
        <p:spPr>
          <a:xfrm flipH="1" flipV="1">
            <a:off x="4076641" y="3801138"/>
            <a:ext cx="1433073" cy="17059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DB998B1A-9FE1-9BC1-0213-B7F22A56C67B}"/>
              </a:ext>
            </a:extLst>
          </p:cNvPr>
          <p:cNvSpPr txBox="1"/>
          <p:nvPr/>
        </p:nvSpPr>
        <p:spPr>
          <a:xfrm>
            <a:off x="2137558" y="3136857"/>
            <a:ext cx="1233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/>
              <a:t>init_done</a:t>
            </a:r>
            <a:endParaRPr kumimoji="1" lang="ja-JP" altLang="en-US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4CD3D518-4E6D-7E4A-90D9-295709DBEDF9}"/>
              </a:ext>
            </a:extLst>
          </p:cNvPr>
          <p:cNvSpPr txBox="1"/>
          <p:nvPr/>
        </p:nvSpPr>
        <p:spPr>
          <a:xfrm>
            <a:off x="4452503" y="3136857"/>
            <a:ext cx="681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start</a:t>
            </a:r>
            <a:endParaRPr kumimoji="1" lang="ja-JP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77861B9E-65D7-05C6-25B5-E29810CBF690}"/>
                  </a:ext>
                </a:extLst>
              </p:cNvPr>
              <p:cNvSpPr txBox="1"/>
              <p:nvPr/>
            </p:nvSpPr>
            <p:spPr>
              <a:xfrm>
                <a:off x="4076641" y="2582859"/>
                <a:ext cx="6813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1" lang="en-US" altLang="ja-JP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ja-JP" b="0" i="0" dirty="0" smtClean="0">
                              <a:latin typeface="Cambria Math" panose="02040503050406030204" pitchFamily="18" charset="0"/>
                            </a:rPr>
                            <m:t>start</m:t>
                          </m:r>
                        </m:e>
                      </m:acc>
                    </m:oMath>
                  </m:oMathPara>
                </a14:m>
                <a:endParaRPr kumimoji="1" lang="ja-JP" altLang="en-US" dirty="0">
                  <a:latin typeface="Segoe UI 本文"/>
                </a:endParaRPr>
              </a:p>
            </p:txBody>
          </p:sp>
        </mc:Choice>
        <mc:Fallback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77861B9E-65D7-05C6-25B5-E29810CBF6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6641" y="2582859"/>
                <a:ext cx="681348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コネクタ: 曲線 37">
            <a:extLst>
              <a:ext uri="{FF2B5EF4-FFF2-40B4-BE49-F238E27FC236}">
                <a16:creationId xmlns:a16="http://schemas.microsoft.com/office/drawing/2014/main" id="{95639827-3584-DF81-7E31-C85F6A7AB477}"/>
              </a:ext>
            </a:extLst>
          </p:cNvPr>
          <p:cNvCxnSpPr>
            <a:cxnSpLocks/>
            <a:stCxn id="6" idx="0"/>
            <a:endCxn id="6" idx="6"/>
          </p:cNvCxnSpPr>
          <p:nvPr/>
        </p:nvCxnSpPr>
        <p:spPr>
          <a:xfrm rot="16200000" flipH="1">
            <a:off x="3774621" y="3071997"/>
            <a:ext cx="417121" cy="451262"/>
          </a:xfrm>
          <a:prstGeom prst="curvedConnector4">
            <a:avLst>
              <a:gd name="adj1" fmla="val -54804"/>
              <a:gd name="adj2" fmla="val 15065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テキスト ボックス 42">
                <a:extLst>
                  <a:ext uri="{FF2B5EF4-FFF2-40B4-BE49-F238E27FC236}">
                    <a16:creationId xmlns:a16="http://schemas.microsoft.com/office/drawing/2014/main" id="{A73530CA-CF08-BD5E-BD65-95F6B2C258B2}"/>
                  </a:ext>
                </a:extLst>
              </p:cNvPr>
              <p:cNvSpPr txBox="1"/>
              <p:nvPr/>
            </p:nvSpPr>
            <p:spPr>
              <a:xfrm>
                <a:off x="6420884" y="3187879"/>
                <a:ext cx="681348" cy="3754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1" lang="en-US" altLang="ja-JP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ja-JP" b="0" i="0" dirty="0" smtClean="0">
                              <a:latin typeface="Cambria Math" panose="02040503050406030204" pitchFamily="18" charset="0"/>
                            </a:rPr>
                            <m:t>lp</m:t>
                          </m:r>
                          <m:r>
                            <a:rPr kumimoji="1" lang="en-US" altLang="ja-JP" b="0" i="0" dirty="0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kumimoji="1" lang="en-US" altLang="ja-JP" b="0" i="0" dirty="0" smtClean="0">
                              <a:latin typeface="Cambria Math" panose="02040503050406030204" pitchFamily="18" charset="0"/>
                            </a:rPr>
                            <m:t>end</m:t>
                          </m:r>
                        </m:e>
                      </m:acc>
                    </m:oMath>
                  </m:oMathPara>
                </a14:m>
                <a:endParaRPr kumimoji="1" lang="ja-JP" altLang="en-US" dirty="0">
                  <a:latin typeface="Segoe UI 本文"/>
                </a:endParaRPr>
              </a:p>
            </p:txBody>
          </p:sp>
        </mc:Choice>
        <mc:Fallback>
          <p:sp>
            <p:nvSpPr>
              <p:cNvPr id="43" name="テキスト ボックス 42">
                <a:extLst>
                  <a:ext uri="{FF2B5EF4-FFF2-40B4-BE49-F238E27FC236}">
                    <a16:creationId xmlns:a16="http://schemas.microsoft.com/office/drawing/2014/main" id="{A73530CA-CF08-BD5E-BD65-95F6B2C258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0884" y="3187879"/>
                <a:ext cx="681348" cy="375487"/>
              </a:xfrm>
              <a:prstGeom prst="rect">
                <a:avLst/>
              </a:prstGeom>
              <a:blipFill>
                <a:blip r:embed="rId3"/>
                <a:stretch>
                  <a:fillRect l="-2679" r="-20536" b="-1451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CBC932C6-8566-96A7-BBFD-1E4CAE1829D9}"/>
                  </a:ext>
                </a:extLst>
              </p:cNvPr>
              <p:cNvSpPr txBox="1"/>
              <p:nvPr/>
            </p:nvSpPr>
            <p:spPr>
              <a:xfrm>
                <a:off x="8010648" y="2509855"/>
                <a:ext cx="681348" cy="3754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1" lang="en-US" altLang="ja-JP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ja-JP" b="0" i="0" dirty="0" smtClean="0">
                              <a:latin typeface="Cambria Math" panose="02040503050406030204" pitchFamily="18" charset="0"/>
                            </a:rPr>
                            <m:t>lp</m:t>
                          </m:r>
                          <m:r>
                            <a:rPr kumimoji="1" lang="en-US" altLang="ja-JP" b="0" i="0" dirty="0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kumimoji="1" lang="en-US" altLang="ja-JP" b="0" i="0" dirty="0" smtClean="0">
                              <a:latin typeface="Cambria Math" panose="02040503050406030204" pitchFamily="18" charset="0"/>
                            </a:rPr>
                            <m:t>end</m:t>
                          </m:r>
                        </m:e>
                      </m:acc>
                    </m:oMath>
                  </m:oMathPara>
                </a14:m>
                <a:endParaRPr kumimoji="1" lang="ja-JP" altLang="en-US" dirty="0">
                  <a:latin typeface="Segoe UI 本文"/>
                </a:endParaRPr>
              </a:p>
            </p:txBody>
          </p:sp>
        </mc:Choice>
        <mc:Fallback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CBC932C6-8566-96A7-BBFD-1E4CAE182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0648" y="2509855"/>
                <a:ext cx="681348" cy="375487"/>
              </a:xfrm>
              <a:prstGeom prst="rect">
                <a:avLst/>
              </a:prstGeom>
              <a:blipFill>
                <a:blip r:embed="rId4"/>
                <a:stretch>
                  <a:fillRect l="-2679" r="-20536" b="-1639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コネクタ: 曲線 44">
            <a:extLst>
              <a:ext uri="{FF2B5EF4-FFF2-40B4-BE49-F238E27FC236}">
                <a16:creationId xmlns:a16="http://schemas.microsoft.com/office/drawing/2014/main" id="{C65132EF-24D5-F074-4569-AF78C2BE2A57}"/>
              </a:ext>
            </a:extLst>
          </p:cNvPr>
          <p:cNvCxnSpPr>
            <a:cxnSpLocks/>
          </p:cNvCxnSpPr>
          <p:nvPr/>
        </p:nvCxnSpPr>
        <p:spPr>
          <a:xfrm rot="16200000" flipH="1">
            <a:off x="7917130" y="3085212"/>
            <a:ext cx="417121" cy="451262"/>
          </a:xfrm>
          <a:prstGeom prst="curvedConnector4">
            <a:avLst>
              <a:gd name="adj1" fmla="val -54804"/>
              <a:gd name="adj2" fmla="val 15065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8FD6CCBF-F348-B7DF-47A3-05987B3F8533}"/>
              </a:ext>
            </a:extLst>
          </p:cNvPr>
          <p:cNvSpPr txBox="1"/>
          <p:nvPr/>
        </p:nvSpPr>
        <p:spPr>
          <a:xfrm>
            <a:off x="8617526" y="3169183"/>
            <a:ext cx="861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/>
              <a:t>lp_end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24762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06C9D3B8-1E3C-6286-38CC-A6526B4EC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193078"/>
            <a:ext cx="5920488" cy="5548289"/>
          </a:xfrm>
        </p:spPr>
        <p:txBody>
          <a:bodyPr>
            <a:normAutofit fontScale="70000" lnSpcReduction="20000"/>
          </a:bodyPr>
          <a:lstStyle/>
          <a:p>
            <a:r>
              <a:rPr kumimoji="1" lang="en-US" altLang="ja-JP" dirty="0"/>
              <a:t>INIT</a:t>
            </a:r>
          </a:p>
          <a:p>
            <a:pPr lvl="1"/>
            <a:r>
              <a:rPr kumimoji="1" lang="ja-JP" altLang="en-US" dirty="0"/>
              <a:t>目的</a:t>
            </a:r>
            <a:r>
              <a:rPr kumimoji="1" lang="en-US" altLang="ja-JP" dirty="0"/>
              <a:t>: </a:t>
            </a:r>
            <a:r>
              <a:rPr kumimoji="1" lang="ja-JP" altLang="en-US" dirty="0"/>
              <a:t>リセット後の初期化を完了させる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主な処理</a:t>
            </a:r>
            <a:r>
              <a:rPr kumimoji="1" lang="en-US" altLang="ja-JP" dirty="0"/>
              <a:t>:</a:t>
            </a:r>
          </a:p>
          <a:p>
            <a:pPr lvl="2"/>
            <a:r>
              <a:rPr kumimoji="1" lang="ja-JP" altLang="en-US" dirty="0"/>
              <a:t>全カウンタ初期化（</a:t>
            </a:r>
            <a:r>
              <a:rPr kumimoji="1" lang="en-US" altLang="ja-JP" dirty="0"/>
              <a:t>layer/neuron/tile </a:t>
            </a:r>
            <a:r>
              <a:rPr kumimoji="1" lang="ja-JP" altLang="en-US" dirty="0"/>
              <a:t>など）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アドレスレジスタ初期化（</a:t>
            </a:r>
            <a:r>
              <a:rPr kumimoji="1" lang="en-US" altLang="ja-JP" dirty="0"/>
              <a:t>X/W/Y base, stride </a:t>
            </a:r>
            <a:r>
              <a:rPr kumimoji="1" lang="ja-JP" altLang="en-US" dirty="0"/>
              <a:t>など）</a:t>
            </a:r>
            <a:endParaRPr kumimoji="1" lang="en-US" altLang="ja-JP" dirty="0"/>
          </a:p>
          <a:p>
            <a:pPr lvl="2"/>
            <a:r>
              <a:rPr kumimoji="1" lang="en-US" altLang="ja-JP" dirty="0"/>
              <a:t>OPU</a:t>
            </a:r>
            <a:r>
              <a:rPr kumimoji="1" lang="ja-JP" altLang="en-US" dirty="0"/>
              <a:t>制御レジスタ初期化（</a:t>
            </a:r>
            <a:r>
              <a:rPr kumimoji="1" lang="en-US" altLang="ja-JP" dirty="0"/>
              <a:t>acc clear</a:t>
            </a:r>
            <a:r>
              <a:rPr kumimoji="1" lang="ja-JP" altLang="en-US" dirty="0"/>
              <a:t>条件、</a:t>
            </a:r>
            <a:r>
              <a:rPr kumimoji="1" lang="en-US" altLang="ja-JP" dirty="0" err="1"/>
              <a:t>sel</a:t>
            </a:r>
            <a:r>
              <a:rPr kumimoji="1" lang="en-US" altLang="ja-JP" dirty="0"/>
              <a:t>/</a:t>
            </a:r>
            <a:r>
              <a:rPr kumimoji="1" lang="en-US" altLang="ja-JP" dirty="0" err="1"/>
              <a:t>en</a:t>
            </a:r>
            <a:r>
              <a:rPr kumimoji="1" lang="ja-JP" altLang="en-US" dirty="0"/>
              <a:t>既定値）</a:t>
            </a:r>
            <a:endParaRPr kumimoji="1" lang="en-US" altLang="ja-JP" dirty="0"/>
          </a:p>
          <a:p>
            <a:pPr lvl="2"/>
            <a:r>
              <a:rPr kumimoji="1" lang="en-US" altLang="ja-JP" dirty="0"/>
              <a:t>Quant/scale</a:t>
            </a:r>
            <a:r>
              <a:rPr kumimoji="1" lang="ja-JP" altLang="en-US" dirty="0"/>
              <a:t>レジスタ既定化</a:t>
            </a:r>
            <a:endParaRPr kumimoji="1" lang="en-US" altLang="ja-JP" dirty="0"/>
          </a:p>
          <a:p>
            <a:r>
              <a:rPr kumimoji="1" lang="en-US" altLang="ja-JP" dirty="0"/>
              <a:t>IDLE</a:t>
            </a:r>
          </a:p>
          <a:p>
            <a:pPr lvl="1"/>
            <a:r>
              <a:rPr kumimoji="1" lang="ja-JP" altLang="en-US" dirty="0"/>
              <a:t>目的</a:t>
            </a:r>
            <a:r>
              <a:rPr kumimoji="1" lang="en-US" altLang="ja-JP" dirty="0"/>
              <a:t>: </a:t>
            </a:r>
            <a:r>
              <a:rPr kumimoji="1" lang="ja-JP" altLang="en-US" dirty="0"/>
              <a:t>実行要求待ち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主な処理</a:t>
            </a:r>
            <a:r>
              <a:rPr kumimoji="1" lang="en-US" altLang="ja-JP" dirty="0"/>
              <a:t>:</a:t>
            </a:r>
          </a:p>
          <a:p>
            <a:pPr lvl="2"/>
            <a:r>
              <a:rPr kumimoji="1" lang="en-US" altLang="ja-JP" dirty="0"/>
              <a:t>start</a:t>
            </a:r>
            <a:r>
              <a:rPr kumimoji="1" lang="ja-JP" altLang="en-US" dirty="0"/>
              <a:t>待ち</a:t>
            </a:r>
            <a:endParaRPr kumimoji="1" lang="en-US" altLang="ja-JP" dirty="0"/>
          </a:p>
          <a:p>
            <a:pPr lvl="2"/>
            <a:r>
              <a:rPr kumimoji="1" lang="en-US" altLang="ja-JP" dirty="0"/>
              <a:t>done</a:t>
            </a:r>
            <a:r>
              <a:rPr kumimoji="1" lang="ja-JP" altLang="en-US" dirty="0"/>
              <a:t>は</a:t>
            </a:r>
            <a:r>
              <a:rPr kumimoji="1" lang="en-US" altLang="ja-JP" dirty="0"/>
              <a:t>0</a:t>
            </a:r>
            <a:r>
              <a:rPr kumimoji="1" lang="ja-JP" altLang="en-US" dirty="0"/>
              <a:t>（必要ならここでクリア）</a:t>
            </a:r>
            <a:endParaRPr kumimoji="1" lang="en-US" altLang="ja-JP" dirty="0"/>
          </a:p>
          <a:p>
            <a:r>
              <a:rPr kumimoji="1" lang="en-US" altLang="ja-JP" dirty="0"/>
              <a:t>SETUP</a:t>
            </a:r>
          </a:p>
          <a:p>
            <a:pPr lvl="1"/>
            <a:r>
              <a:rPr kumimoji="1" lang="ja-JP" altLang="en-US" dirty="0"/>
              <a:t>目的</a:t>
            </a:r>
            <a:r>
              <a:rPr kumimoji="1" lang="en-US" altLang="ja-JP" dirty="0"/>
              <a:t>: </a:t>
            </a:r>
            <a:r>
              <a:rPr kumimoji="1" lang="ja-JP" altLang="en-US" dirty="0"/>
              <a:t>「次に実行する単位」を確定して、カウンタ</a:t>
            </a:r>
            <a:r>
              <a:rPr kumimoji="1" lang="en-US" altLang="ja-JP" dirty="0"/>
              <a:t>/</a:t>
            </a:r>
            <a:r>
              <a:rPr kumimoji="1" lang="ja-JP" altLang="en-US" dirty="0"/>
              <a:t>アドレス</a:t>
            </a:r>
            <a:r>
              <a:rPr kumimoji="1" lang="en-US" altLang="ja-JP" dirty="0"/>
              <a:t>/</a:t>
            </a:r>
            <a:r>
              <a:rPr kumimoji="1" lang="ja-JP" altLang="en-US" dirty="0"/>
              <a:t>スケールを準備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主な処理</a:t>
            </a:r>
            <a:r>
              <a:rPr kumimoji="1" lang="en-US" altLang="ja-JP" dirty="0"/>
              <a:t>:</a:t>
            </a:r>
          </a:p>
          <a:p>
            <a:pPr lvl="2"/>
            <a:r>
              <a:rPr kumimoji="1" lang="en-US" altLang="ja-JP" dirty="0"/>
              <a:t>layer</a:t>
            </a:r>
            <a:r>
              <a:rPr kumimoji="1" lang="ja-JP" altLang="en-US" dirty="0"/>
              <a:t>パラメータ取り込み（</a:t>
            </a:r>
            <a:r>
              <a:rPr kumimoji="1" lang="en-US" altLang="ja-JP" dirty="0"/>
              <a:t>tile</a:t>
            </a:r>
            <a:r>
              <a:rPr kumimoji="1" lang="ja-JP" altLang="en-US" dirty="0"/>
              <a:t>数、</a:t>
            </a:r>
            <a:r>
              <a:rPr kumimoji="1" lang="en-US" altLang="ja-JP" dirty="0"/>
              <a:t>stride</a:t>
            </a:r>
            <a:r>
              <a:rPr kumimoji="1" lang="ja-JP" altLang="en-US" dirty="0"/>
              <a:t>、</a:t>
            </a:r>
            <a:r>
              <a:rPr kumimoji="1" lang="en-US" altLang="ja-JP" dirty="0" err="1"/>
              <a:t>ReLU</a:t>
            </a:r>
            <a:r>
              <a:rPr kumimoji="1" lang="ja-JP" altLang="en-US" dirty="0"/>
              <a:t>有無、量子化モード等）</a:t>
            </a:r>
            <a:endParaRPr kumimoji="1" lang="en-US" altLang="ja-JP" dirty="0"/>
          </a:p>
          <a:p>
            <a:pPr lvl="2"/>
            <a:r>
              <a:rPr kumimoji="1" lang="en-US" altLang="ja-JP" dirty="0"/>
              <a:t>Q_SCALE_LOAD(layer)</a:t>
            </a:r>
            <a:r>
              <a:rPr kumimoji="1" lang="ja-JP" altLang="en-US" dirty="0"/>
              <a:t>（レイヤ別スケールを内部レジスタへ）</a:t>
            </a:r>
            <a:endParaRPr kumimoji="1" lang="en-US" altLang="ja-JP" dirty="0"/>
          </a:p>
          <a:p>
            <a:pPr lvl="2"/>
            <a:r>
              <a:rPr kumimoji="1" lang="en-US" altLang="ja-JP" dirty="0"/>
              <a:t>tile</a:t>
            </a:r>
            <a:r>
              <a:rPr kumimoji="1" lang="ja-JP" altLang="en-US" dirty="0"/>
              <a:t>カウンタ初期化（タイルループの開始位置）</a:t>
            </a:r>
            <a:endParaRPr kumimoji="1" lang="en-US" altLang="ja-JP" dirty="0"/>
          </a:p>
          <a:p>
            <a:pPr lvl="2"/>
            <a:r>
              <a:rPr kumimoji="1" lang="en-US" altLang="ja-JP" dirty="0"/>
              <a:t>X/W </a:t>
            </a:r>
            <a:r>
              <a:rPr kumimoji="1" lang="ja-JP" altLang="en-US" dirty="0"/>
              <a:t>の開始アドレス、</a:t>
            </a:r>
            <a:r>
              <a:rPr kumimoji="1" lang="en-US" altLang="ja-JP" dirty="0"/>
              <a:t>Y</a:t>
            </a:r>
            <a:r>
              <a:rPr kumimoji="1" lang="ja-JP" altLang="en-US" dirty="0"/>
              <a:t>書き込み先アドレスのセット</a:t>
            </a:r>
            <a:r>
              <a:rPr kumimoji="1" lang="en-US" altLang="ja-JP" dirty="0"/>
              <a:t>OPU</a:t>
            </a:r>
            <a:r>
              <a:rPr kumimoji="1" lang="ja-JP" altLang="en-US" dirty="0"/>
              <a:t>の</a:t>
            </a:r>
            <a:r>
              <a:rPr kumimoji="1" lang="en-US" altLang="ja-JP" dirty="0"/>
              <a:t>ACC</a:t>
            </a:r>
            <a:r>
              <a:rPr kumimoji="1" lang="ja-JP" altLang="en-US" dirty="0"/>
              <a:t>クリア条件をセット</a:t>
            </a:r>
            <a:endParaRPr kumimoji="1" lang="en-US" altLang="ja-JP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11CE842-72CD-C205-9EEB-5B975C93F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7BDF-BBE8-459F-AB46-F09C8B0A9A6C}" type="slidenum">
              <a:rPr kumimoji="1" lang="ja-JP" altLang="en-US" smtClean="0"/>
              <a:t>8</a:t>
            </a:fld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44D92F39-9F47-7FB9-E2F4-CC9565DB1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FSM Controller</a:t>
            </a:r>
            <a:endParaRPr kumimoji="1" lang="ja-JP" altLang="en-US" dirty="0"/>
          </a:p>
        </p:txBody>
      </p:sp>
      <p:sp>
        <p:nvSpPr>
          <p:cNvPr id="5" name="コンテンツ プレースホルダー 1">
            <a:extLst>
              <a:ext uri="{FF2B5EF4-FFF2-40B4-BE49-F238E27FC236}">
                <a16:creationId xmlns:a16="http://schemas.microsoft.com/office/drawing/2014/main" id="{9B75BE64-6C72-F396-B83A-5C6E2FE96994}"/>
              </a:ext>
            </a:extLst>
          </p:cNvPr>
          <p:cNvSpPr txBox="1">
            <a:spLocks/>
          </p:cNvSpPr>
          <p:nvPr/>
        </p:nvSpPr>
        <p:spPr>
          <a:xfrm>
            <a:off x="5920489" y="1263411"/>
            <a:ext cx="6080167" cy="5548289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358775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bg2">
                  <a:lumMod val="25000"/>
                </a:schemeClr>
              </a:buClr>
              <a:buFont typeface="Wingdings" panose="05000000000000000000" pitchFamily="2" charset="2"/>
              <a:buChar char="p"/>
              <a:defRPr kumimoji="1" sz="28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  <a:lvl2pPr marL="625475" indent="-3190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25000"/>
                </a:schemeClr>
              </a:buClr>
              <a:buFont typeface="Wingdings" panose="05000000000000000000" pitchFamily="2" charset="2"/>
              <a:buChar char="n"/>
              <a:defRPr kumimoji="1" sz="24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2pPr>
            <a:lvl3pPr marL="890588" indent="-3111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25000"/>
                </a:schemeClr>
              </a:buClr>
              <a:buFont typeface="Wingdings" panose="05000000000000000000" pitchFamily="2" charset="2"/>
              <a:buChar char="p"/>
              <a:defRPr kumimoji="1" sz="20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3pPr>
            <a:lvl4pPr marL="1168400" indent="-317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25000"/>
                </a:schemeClr>
              </a:buClr>
              <a:buFont typeface="Wingdings" panose="05000000000000000000" pitchFamily="2" charset="2"/>
              <a:buChar char="n"/>
              <a:defRPr kumimoji="1" sz="18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4pPr>
            <a:lvl5pPr marL="1435100" indent="-3206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25000"/>
                </a:schemeClr>
              </a:buClr>
              <a:buFont typeface="Wingdings" panose="05000000000000000000" pitchFamily="2" charset="2"/>
              <a:buChar char="p"/>
              <a:tabLst>
                <a:tab pos="1343025" algn="l"/>
              </a:tabLst>
              <a:defRPr kumimoji="1" sz="18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EXEC</a:t>
            </a:r>
          </a:p>
          <a:p>
            <a:pPr lvl="1"/>
            <a:r>
              <a:rPr lang="ja-JP" altLang="en-US" dirty="0"/>
              <a:t>目的</a:t>
            </a:r>
            <a:r>
              <a:rPr lang="en-US" altLang="ja-JP" dirty="0"/>
              <a:t>: </a:t>
            </a:r>
            <a:r>
              <a:rPr lang="ja-JP" altLang="en-US" dirty="0"/>
              <a:t>タイルループを回し、メモリから</a:t>
            </a:r>
            <a:r>
              <a:rPr lang="en-US" altLang="ja-JP" dirty="0"/>
              <a:t>X/W</a:t>
            </a:r>
            <a:r>
              <a:rPr lang="ja-JP" altLang="en-US" dirty="0"/>
              <a:t>を取り込み</a:t>
            </a:r>
            <a:r>
              <a:rPr lang="en-US" altLang="ja-JP" dirty="0"/>
              <a:t>OPU</a:t>
            </a:r>
            <a:r>
              <a:rPr lang="ja-JP" altLang="en-US" dirty="0"/>
              <a:t>で積和する</a:t>
            </a:r>
            <a:endParaRPr lang="en-US" altLang="ja-JP" dirty="0"/>
          </a:p>
          <a:p>
            <a:pPr lvl="1"/>
            <a:r>
              <a:rPr lang="ja-JP" altLang="en-US" dirty="0"/>
              <a:t>主な処理</a:t>
            </a:r>
            <a:r>
              <a:rPr lang="en-US" altLang="ja-JP" dirty="0"/>
              <a:t>:</a:t>
            </a:r>
          </a:p>
          <a:p>
            <a:pPr lvl="2"/>
            <a:r>
              <a:rPr lang="en-US" altLang="ja-JP" dirty="0"/>
              <a:t>X</a:t>
            </a:r>
            <a:r>
              <a:rPr lang="ja-JP" altLang="en-US" dirty="0"/>
              <a:t>タイル </a:t>
            </a:r>
            <a:r>
              <a:rPr lang="en-US" altLang="ja-JP" dirty="0"/>
              <a:t>read req → </a:t>
            </a:r>
            <a:r>
              <a:rPr lang="ja-JP" altLang="en-US" dirty="0"/>
              <a:t>受領待ち → </a:t>
            </a:r>
            <a:r>
              <a:rPr lang="en-US" altLang="ja-JP" dirty="0"/>
              <a:t>latch</a:t>
            </a:r>
          </a:p>
          <a:p>
            <a:pPr lvl="2"/>
            <a:r>
              <a:rPr lang="en-US" altLang="ja-JP" dirty="0"/>
              <a:t>W</a:t>
            </a:r>
            <a:r>
              <a:rPr lang="ja-JP" altLang="en-US" dirty="0"/>
              <a:t>タイル </a:t>
            </a:r>
            <a:r>
              <a:rPr lang="en-US" altLang="ja-JP" dirty="0"/>
              <a:t>read req → </a:t>
            </a:r>
            <a:r>
              <a:rPr lang="ja-JP" altLang="en-US" dirty="0"/>
              <a:t>受領待ち → </a:t>
            </a:r>
            <a:r>
              <a:rPr lang="en-US" altLang="ja-JP" dirty="0"/>
              <a:t>latch</a:t>
            </a:r>
          </a:p>
          <a:p>
            <a:pPr lvl="2"/>
            <a:r>
              <a:rPr lang="en-US" altLang="ja-JP" dirty="0"/>
              <a:t>OPU_REGISTER_SET(</a:t>
            </a:r>
            <a:r>
              <a:rPr lang="en-US" altLang="ja-JP" dirty="0" err="1"/>
              <a:t>xvec</a:t>
            </a:r>
            <a:r>
              <a:rPr lang="en-US" altLang="ja-JP" dirty="0"/>
              <a:t>, </a:t>
            </a:r>
            <a:r>
              <a:rPr lang="en-US" altLang="ja-JP" dirty="0" err="1"/>
              <a:t>wvec</a:t>
            </a:r>
            <a:r>
              <a:rPr lang="en-US" altLang="ja-JP" dirty="0"/>
              <a:t>, ...)</a:t>
            </a:r>
          </a:p>
          <a:p>
            <a:pPr lvl="2"/>
            <a:r>
              <a:rPr lang="en-US" altLang="ja-JP" dirty="0"/>
              <a:t>OPU_EXEC → </a:t>
            </a:r>
            <a:r>
              <a:rPr lang="en-US" altLang="ja-JP" dirty="0" err="1"/>
              <a:t>opu_done</a:t>
            </a:r>
            <a:r>
              <a:rPr lang="ja-JP" altLang="en-US" dirty="0"/>
              <a:t>待ち</a:t>
            </a:r>
            <a:endParaRPr lang="en-US" altLang="ja-JP" dirty="0"/>
          </a:p>
          <a:p>
            <a:pPr lvl="2"/>
            <a:r>
              <a:rPr lang="en-US" altLang="ja-JP" dirty="0"/>
              <a:t>tile</a:t>
            </a:r>
            <a:r>
              <a:rPr lang="ja-JP" altLang="en-US" dirty="0"/>
              <a:t>カウンタ</a:t>
            </a:r>
            <a:r>
              <a:rPr lang="en-US" altLang="ja-JP" dirty="0"/>
              <a:t>/</a:t>
            </a:r>
            <a:r>
              <a:rPr lang="ja-JP" altLang="en-US" dirty="0"/>
              <a:t>アドレス更新</a:t>
            </a:r>
            <a:endParaRPr lang="en-US" altLang="ja-JP" dirty="0"/>
          </a:p>
          <a:p>
            <a:pPr lvl="3"/>
            <a:r>
              <a:rPr lang="en-US" altLang="ja-JP" dirty="0" err="1"/>
              <a:t>tile_last</a:t>
            </a:r>
            <a:r>
              <a:rPr lang="en-US" altLang="ja-JP" dirty="0"/>
              <a:t>==0</a:t>
            </a:r>
            <a:r>
              <a:rPr lang="ja-JP" altLang="en-US" dirty="0"/>
              <a:t>なら次タイルへ（</a:t>
            </a:r>
            <a:r>
              <a:rPr lang="en-US" altLang="ja-JP" dirty="0"/>
              <a:t>EXEC</a:t>
            </a:r>
            <a:r>
              <a:rPr lang="ja-JP" altLang="en-US" dirty="0"/>
              <a:t>内で繰り返し）</a:t>
            </a:r>
            <a:endParaRPr lang="en-US" altLang="ja-JP" dirty="0"/>
          </a:p>
          <a:p>
            <a:pPr lvl="3"/>
            <a:r>
              <a:rPr lang="en-US" altLang="ja-JP" dirty="0" err="1"/>
              <a:t>tile_last</a:t>
            </a:r>
            <a:r>
              <a:rPr lang="en-US" altLang="ja-JP" dirty="0"/>
              <a:t>==1</a:t>
            </a:r>
            <a:r>
              <a:rPr lang="ja-JP" altLang="en-US" dirty="0"/>
              <a:t>ならタイルループ終了</a:t>
            </a:r>
            <a:endParaRPr lang="en-US" altLang="ja-JP" dirty="0"/>
          </a:p>
          <a:p>
            <a:r>
              <a:rPr lang="en-US" altLang="ja-JP" dirty="0"/>
              <a:t>WRITE</a:t>
            </a:r>
          </a:p>
          <a:p>
            <a:pPr lvl="1"/>
            <a:r>
              <a:rPr lang="ja-JP" altLang="en-US" dirty="0"/>
              <a:t>目的</a:t>
            </a:r>
            <a:r>
              <a:rPr lang="en-US" altLang="ja-JP" dirty="0"/>
              <a:t>: OPU</a:t>
            </a:r>
            <a:r>
              <a:rPr lang="ja-JP" altLang="en-US" dirty="0"/>
              <a:t>の累積結果を後処理して</a:t>
            </a:r>
            <a:r>
              <a:rPr lang="en-US" altLang="ja-JP" dirty="0"/>
              <a:t>Y</a:t>
            </a:r>
            <a:r>
              <a:rPr lang="ja-JP" altLang="en-US" dirty="0"/>
              <a:t>へ書き込む</a:t>
            </a:r>
            <a:endParaRPr lang="en-US" altLang="ja-JP" dirty="0"/>
          </a:p>
          <a:p>
            <a:pPr lvl="1"/>
            <a:r>
              <a:rPr lang="ja-JP" altLang="en-US" dirty="0"/>
              <a:t>主な処理</a:t>
            </a:r>
            <a:r>
              <a:rPr lang="en-US" altLang="ja-JP" dirty="0"/>
              <a:t>:</a:t>
            </a:r>
          </a:p>
          <a:p>
            <a:pPr lvl="2"/>
            <a:r>
              <a:rPr lang="en-US" altLang="ja-JP" dirty="0" err="1"/>
              <a:t>ReLU</a:t>
            </a:r>
            <a:r>
              <a:rPr lang="ja-JP" altLang="en-US" dirty="0"/>
              <a:t>適用</a:t>
            </a:r>
            <a:endParaRPr lang="en-US" altLang="ja-JP" dirty="0"/>
          </a:p>
          <a:p>
            <a:pPr lvl="2"/>
            <a:r>
              <a:rPr lang="ja-JP" altLang="en-US" dirty="0"/>
              <a:t>量子化適用（</a:t>
            </a:r>
            <a:r>
              <a:rPr lang="en-US" altLang="ja-JP" dirty="0"/>
              <a:t>scale/shift</a:t>
            </a:r>
            <a:r>
              <a:rPr lang="ja-JP" altLang="en-US" dirty="0"/>
              <a:t>など、</a:t>
            </a:r>
            <a:r>
              <a:rPr lang="en-US" altLang="ja-JP" dirty="0"/>
              <a:t>Q_APPLY</a:t>
            </a:r>
            <a:r>
              <a:rPr lang="ja-JP" altLang="en-US" dirty="0"/>
              <a:t>）</a:t>
            </a:r>
            <a:endParaRPr lang="en-US" altLang="ja-JP" dirty="0"/>
          </a:p>
          <a:p>
            <a:pPr lvl="2"/>
            <a:r>
              <a:rPr lang="en-US" altLang="ja-JP" dirty="0"/>
              <a:t>Y</a:t>
            </a:r>
            <a:r>
              <a:rPr lang="ja-JP" altLang="en-US" dirty="0"/>
              <a:t>書き込み </a:t>
            </a:r>
            <a:r>
              <a:rPr lang="en-US" altLang="ja-JP" dirty="0"/>
              <a:t>req → </a:t>
            </a:r>
            <a:r>
              <a:rPr lang="en-US" altLang="ja-JP" dirty="0" err="1"/>
              <a:t>mem_wdone</a:t>
            </a:r>
            <a:r>
              <a:rPr lang="ja-JP" altLang="en-US" dirty="0"/>
              <a:t>待ち</a:t>
            </a:r>
            <a:endParaRPr lang="en-US" altLang="ja-JP" dirty="0"/>
          </a:p>
          <a:p>
            <a:r>
              <a:rPr lang="en-US" altLang="ja-JP" dirty="0"/>
              <a:t>LOOP_CTRL</a:t>
            </a:r>
          </a:p>
          <a:p>
            <a:pPr lvl="1"/>
            <a:r>
              <a:rPr lang="ja-JP" altLang="en-US" dirty="0"/>
              <a:t>目的</a:t>
            </a:r>
            <a:r>
              <a:rPr lang="en-US" altLang="ja-JP" dirty="0"/>
              <a:t>: </a:t>
            </a:r>
            <a:r>
              <a:rPr lang="ja-JP" altLang="en-US" dirty="0"/>
              <a:t>次に進むか終了するかを決め、必要なカウンタ</a:t>
            </a:r>
            <a:r>
              <a:rPr lang="en-US" altLang="ja-JP" dirty="0"/>
              <a:t>/</a:t>
            </a:r>
            <a:r>
              <a:rPr lang="ja-JP" altLang="en-US" dirty="0"/>
              <a:t>アドレスを更新</a:t>
            </a:r>
            <a:endParaRPr lang="en-US" altLang="ja-JP" dirty="0"/>
          </a:p>
          <a:p>
            <a:pPr lvl="1"/>
            <a:r>
              <a:rPr lang="ja-JP" altLang="en-US" dirty="0"/>
              <a:t>主な処理</a:t>
            </a:r>
            <a:r>
              <a:rPr lang="en-US" altLang="ja-JP" dirty="0"/>
              <a:t>:</a:t>
            </a:r>
          </a:p>
          <a:p>
            <a:pPr lvl="2"/>
            <a:r>
              <a:rPr lang="en-US" altLang="ja-JP" dirty="0"/>
              <a:t>neuron</a:t>
            </a:r>
            <a:r>
              <a:rPr lang="ja-JP" altLang="en-US" dirty="0"/>
              <a:t>終了判定（</a:t>
            </a:r>
            <a:r>
              <a:rPr lang="en-US" altLang="ja-JP" dirty="0" err="1"/>
              <a:t>neuron_last</a:t>
            </a:r>
            <a:r>
              <a:rPr lang="ja-JP" altLang="en-US" dirty="0"/>
              <a:t>）</a:t>
            </a:r>
            <a:endParaRPr lang="en-US" altLang="ja-JP" dirty="0"/>
          </a:p>
          <a:p>
            <a:pPr lvl="3"/>
            <a:r>
              <a:rPr lang="ja-JP" altLang="en-US" dirty="0"/>
              <a:t>継続なら </a:t>
            </a:r>
            <a:r>
              <a:rPr lang="en-US" altLang="ja-JP" dirty="0" err="1"/>
              <a:t>neuron_cnt</a:t>
            </a:r>
            <a:r>
              <a:rPr lang="en-US" altLang="ja-JP" dirty="0"/>
              <a:t>++</a:t>
            </a:r>
            <a:r>
              <a:rPr lang="ja-JP" altLang="en-US" dirty="0"/>
              <a:t>、</a:t>
            </a:r>
            <a:r>
              <a:rPr lang="en-US" altLang="ja-JP" dirty="0"/>
              <a:t>Y </a:t>
            </a:r>
            <a:r>
              <a:rPr lang="en-US" altLang="ja-JP" dirty="0" err="1"/>
              <a:t>addr</a:t>
            </a:r>
            <a:r>
              <a:rPr lang="ja-JP" altLang="en-US" dirty="0"/>
              <a:t>更新、必要なら</a:t>
            </a:r>
            <a:r>
              <a:rPr lang="en-US" altLang="ja-JP" dirty="0"/>
              <a:t>X/W</a:t>
            </a:r>
            <a:r>
              <a:rPr lang="ja-JP" altLang="en-US" dirty="0"/>
              <a:t>開始位置更新</a:t>
            </a:r>
            <a:endParaRPr lang="en-US" altLang="ja-JP" dirty="0"/>
          </a:p>
          <a:p>
            <a:pPr lvl="2"/>
            <a:r>
              <a:rPr lang="en-US" altLang="ja-JP" dirty="0"/>
              <a:t>layer</a:t>
            </a:r>
            <a:r>
              <a:rPr lang="ja-JP" altLang="en-US" dirty="0"/>
              <a:t>終了判定（</a:t>
            </a:r>
            <a:r>
              <a:rPr lang="en-US" altLang="ja-JP" dirty="0" err="1"/>
              <a:t>layer_last</a:t>
            </a:r>
            <a:r>
              <a:rPr lang="ja-JP" altLang="en-US" dirty="0"/>
              <a:t>）</a:t>
            </a:r>
            <a:endParaRPr lang="en-US" altLang="ja-JP" dirty="0"/>
          </a:p>
          <a:p>
            <a:pPr lvl="3"/>
            <a:r>
              <a:rPr lang="ja-JP" altLang="en-US" dirty="0"/>
              <a:t>次レイヤへ行くなら </a:t>
            </a:r>
            <a:r>
              <a:rPr lang="en-US" altLang="ja-JP" dirty="0" err="1"/>
              <a:t>layer_cnt</a:t>
            </a:r>
            <a:r>
              <a:rPr lang="en-US" altLang="ja-JP" dirty="0"/>
              <a:t>++</a:t>
            </a:r>
            <a:r>
              <a:rPr lang="ja-JP" altLang="en-US" dirty="0"/>
              <a:t>、</a:t>
            </a:r>
            <a:r>
              <a:rPr lang="en-US" altLang="ja-JP" dirty="0"/>
              <a:t>layer base/stride</a:t>
            </a:r>
            <a:r>
              <a:rPr lang="ja-JP" altLang="en-US" dirty="0"/>
              <a:t>更新</a:t>
            </a:r>
            <a:r>
              <a:rPr lang="en-US" altLang="ja-JP" dirty="0" err="1"/>
              <a:t>done_all</a:t>
            </a:r>
            <a:r>
              <a:rPr lang="ja-JP" altLang="en-US" dirty="0"/>
              <a:t>（全処理完了）を算出</a:t>
            </a:r>
          </a:p>
        </p:txBody>
      </p:sp>
    </p:spTree>
    <p:extLst>
      <p:ext uri="{BB962C8B-B14F-4D97-AF65-F5344CB8AC3E}">
        <p14:creationId xmlns:p14="http://schemas.microsoft.com/office/powerpoint/2010/main" val="4292081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3D7B3184-BA83-406D-3FEF-37B76AC4A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ja-JP" dirty="0"/>
              <a:t>MLP</a:t>
            </a:r>
            <a:r>
              <a:rPr lang="ja-JP" altLang="en-US" dirty="0"/>
              <a:t>（全体）</a:t>
            </a:r>
            <a:r>
              <a:rPr lang="en-US" altLang="ja-JP" dirty="0"/>
              <a:t>: 784+32+8 = 824 cycle</a:t>
            </a:r>
            <a:r>
              <a:rPr lang="ja-JP" altLang="en-US" dirty="0"/>
              <a:t>（概算）</a:t>
            </a:r>
            <a:endParaRPr lang="en-US" altLang="ja-JP" dirty="0"/>
          </a:p>
          <a:p>
            <a:pPr lvl="1"/>
            <a:r>
              <a:rPr lang="en-US" altLang="ja-JP" dirty="0"/>
              <a:t>L1: 98*8=784(</a:t>
            </a:r>
            <a:r>
              <a:rPr lang="ja-JP" altLang="en-US" dirty="0"/>
              <a:t>ボトルネック怪しい</a:t>
            </a:r>
            <a:r>
              <a:rPr lang="en-US" altLang="ja-JP" dirty="0"/>
              <a:t>…)</a:t>
            </a:r>
          </a:p>
          <a:p>
            <a:pPr lvl="1"/>
            <a:r>
              <a:rPr lang="en-US" altLang="ja-JP" dirty="0"/>
              <a:t>L2: 8*4 = 32</a:t>
            </a:r>
          </a:p>
          <a:p>
            <a:pPr lvl="1"/>
            <a:r>
              <a:rPr lang="en-US" altLang="ja-JP" dirty="0"/>
              <a:t>L3:</a:t>
            </a:r>
            <a:r>
              <a:rPr lang="ja-JP" altLang="en-US" dirty="0"/>
              <a:t> </a:t>
            </a:r>
            <a:r>
              <a:rPr lang="en-US" altLang="ja-JP" dirty="0"/>
              <a:t>4*2</a:t>
            </a:r>
            <a:r>
              <a:rPr lang="ja-JP" altLang="en-US" dirty="0"/>
              <a:t> </a:t>
            </a:r>
            <a:r>
              <a:rPr lang="en-US" altLang="ja-JP" dirty="0"/>
              <a:t>=</a:t>
            </a:r>
            <a:r>
              <a:rPr lang="ja-JP" altLang="en-US" dirty="0"/>
              <a:t> </a:t>
            </a:r>
            <a:r>
              <a:rPr lang="en-US" altLang="ja-JP" dirty="0"/>
              <a:t>8</a:t>
            </a:r>
          </a:p>
          <a:p>
            <a:r>
              <a:rPr lang="ja-JP" altLang="en-US" dirty="0"/>
              <a:t>計算負荷</a:t>
            </a:r>
            <a:r>
              <a:rPr lang="en-US" altLang="ja-JP" dirty="0"/>
              <a:t>:</a:t>
            </a:r>
          </a:p>
          <a:p>
            <a:pPr lvl="1"/>
            <a:r>
              <a:rPr lang="en-US" altLang="ja-JP" dirty="0"/>
              <a:t>MULT: 8bit * 8bit</a:t>
            </a:r>
          </a:p>
          <a:p>
            <a:pPr lvl="1"/>
            <a:r>
              <a:rPr lang="en-US" altLang="ja-JP" dirty="0"/>
              <a:t>ACC: 32bit</a:t>
            </a:r>
          </a:p>
          <a:p>
            <a:r>
              <a:rPr kumimoji="1" lang="en-US" altLang="ja-JP" dirty="0"/>
              <a:t>CPU</a:t>
            </a:r>
            <a:r>
              <a:rPr lang="ja-JP" altLang="en-US" dirty="0"/>
              <a:t>数値を比較して目標クロック周波数を決める。</a:t>
            </a:r>
            <a:endParaRPr lang="en-US" altLang="ja-JP" dirty="0"/>
          </a:p>
          <a:p>
            <a:pPr lvl="1"/>
            <a:r>
              <a:rPr lang="en-US" altLang="ja-JP" dirty="0"/>
              <a:t>CPU</a:t>
            </a:r>
          </a:p>
          <a:p>
            <a:pPr lvl="2"/>
            <a:r>
              <a:rPr lang="en-US" altLang="ja-JP" dirty="0"/>
              <a:t>CFS</a:t>
            </a:r>
            <a:r>
              <a:rPr lang="ja-JP" altLang="en-US" dirty="0"/>
              <a:t>から概算すると、</a:t>
            </a:r>
            <a:r>
              <a:rPr lang="en-US" altLang="ja-JP" dirty="0"/>
              <a:t>MAC</a:t>
            </a:r>
            <a:r>
              <a:rPr lang="ja-JP" altLang="en-US" dirty="0"/>
              <a:t>数が</a:t>
            </a:r>
            <a:r>
              <a:rPr lang="en-US" altLang="ja-JP" dirty="0"/>
              <a:t>18</a:t>
            </a:r>
            <a:r>
              <a:rPr lang="ja-JP" altLang="en-US" dirty="0"/>
              <a:t>倍軽いモデルなので、</a:t>
            </a:r>
            <a:endParaRPr lang="en-US" altLang="ja-JP" dirty="0"/>
          </a:p>
          <a:p>
            <a:pPr lvl="2"/>
            <a:r>
              <a:rPr lang="en-US" altLang="ja-JP" dirty="0"/>
              <a:t>0.8015/18 = 44.528μs</a:t>
            </a:r>
          </a:p>
          <a:p>
            <a:pPr lvl="1"/>
            <a:r>
              <a:rPr kumimoji="1" lang="en-US" altLang="ja-JP" dirty="0"/>
              <a:t>ASIC</a:t>
            </a:r>
          </a:p>
          <a:p>
            <a:pPr lvl="2"/>
            <a:r>
              <a:rPr kumimoji="1" lang="en-US" altLang="ja-JP" dirty="0"/>
              <a:t>25MHz: 824*40ns = 32.96μs </a:t>
            </a:r>
            <a:r>
              <a:rPr lang="en-US" altLang="ja-JP" dirty="0"/>
              <a:t>(x 1.35 </a:t>
            </a:r>
            <a:r>
              <a:rPr kumimoji="1" lang="en-US" altLang="ja-JP" dirty="0"/>
              <a:t>faster)</a:t>
            </a:r>
          </a:p>
          <a:p>
            <a:pPr lvl="2"/>
            <a:r>
              <a:rPr kumimoji="1" lang="en-US" altLang="ja-JP" dirty="0"/>
              <a:t>50MHz: 824*20ns </a:t>
            </a:r>
            <a:r>
              <a:rPr lang="en-US" altLang="ja-JP" dirty="0"/>
              <a:t>= 16.48μs (x2.70 faster)</a:t>
            </a:r>
            <a:endParaRPr kumimoji="1" lang="en-US" altLang="ja-JP" dirty="0"/>
          </a:p>
          <a:p>
            <a:pPr lvl="2"/>
            <a:r>
              <a:rPr lang="en-US" altLang="ja-JP" dirty="0"/>
              <a:t>100MHz: 824*10ns = 8.24μs (x5.40 faster)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E74C44E-7D2F-E3FB-013E-B02596D28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7BDF-BBE8-459F-AB46-F09C8B0A9A6C}" type="slidenum">
              <a:rPr kumimoji="1" lang="ja-JP" altLang="en-US" smtClean="0"/>
              <a:t>9</a:t>
            </a:fld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0B8D0F78-098D-AA6A-8A59-72B049C4C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概算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08924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D2703F45-FACB-02CE-2539-521CF47F8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b="1" dirty="0"/>
              <a:t>Specification: </a:t>
            </a:r>
            <a:r>
              <a:rPr lang="en-US" altLang="ja-JP" b="1" dirty="0"/>
              <a:t>5 </a:t>
            </a:r>
            <a:r>
              <a:rPr kumimoji="1" lang="en-US" altLang="ja-JP" b="1" dirty="0"/>
              <a:t>hours</a:t>
            </a:r>
          </a:p>
          <a:p>
            <a:r>
              <a:rPr lang="en-US" altLang="ja-JP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SW Design</a:t>
            </a:r>
          </a:p>
          <a:p>
            <a:pPr lvl="1"/>
            <a:r>
              <a:rPr lang="en-US" altLang="ja-JP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Train</a:t>
            </a:r>
            <a:r>
              <a:rPr lang="en-US" altLang="ja-JP">
                <a:solidFill>
                  <a:schemeClr val="tx1">
                    <a:lumMod val="50000"/>
                    <a:lumOff val="50000"/>
                  </a:schemeClr>
                </a:solidFill>
              </a:rPr>
              <a:t>	3 </a:t>
            </a:r>
            <a:r>
              <a:rPr lang="en-US" altLang="ja-JP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hours</a:t>
            </a:r>
          </a:p>
          <a:p>
            <a:pPr lvl="1"/>
            <a:r>
              <a:rPr lang="en-US" altLang="ja-JP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C-</a:t>
            </a:r>
            <a:r>
              <a:rPr lang="en-US" altLang="ja-JP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impl</a:t>
            </a:r>
            <a:endParaRPr lang="en-US" altLang="ja-JP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ja-JP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HW Design</a:t>
            </a:r>
          </a:p>
          <a:p>
            <a:pPr lvl="1"/>
            <a:r>
              <a:rPr lang="en-US" altLang="ja-JP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RTL, Logic Synth, P&amp;R, STA</a:t>
            </a:r>
          </a:p>
          <a:p>
            <a:r>
              <a:rPr lang="en-US" altLang="ja-JP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Final Presentation Material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60C6FAE-A4F5-EF88-3D9C-A049F6A7F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7BDF-BBE8-459F-AB46-F09C8B0A9A6C}" type="slidenum">
              <a:rPr kumimoji="1" lang="ja-JP" altLang="en-US" smtClean="0"/>
              <a:t>10</a:t>
            </a:fld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4CDB9D24-912E-C3C4-015D-EA3A79FBF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Time Spent on This Project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19048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コンテンツ プレースホルダー 1">
                <a:extLst>
                  <a:ext uri="{FF2B5EF4-FFF2-40B4-BE49-F238E27FC236}">
                    <a16:creationId xmlns:a16="http://schemas.microsoft.com/office/drawing/2014/main" id="{D62EF45E-3893-8550-61E8-7AD0156631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1342" y="1193078"/>
                <a:ext cx="11809313" cy="5548289"/>
              </a:xfrm>
            </p:spPr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定義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入力層・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つ以上の隠れ層・出力層からなる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各層のニューロンが全結合された順伝播型ニューラルネットワーク</a:t>
                </a:r>
                <a:endParaRPr kumimoji="1" lang="en-US" altLang="ja-JP" dirty="0"/>
              </a:p>
              <a:p>
                <a:r>
                  <a:rPr kumimoji="1" lang="ja-JP" altLang="en-US" dirty="0"/>
                  <a:t>各ニューロンの計算</a:t>
                </a:r>
                <a:endParaRPr kumimoji="1" lang="en-US" altLang="ja-JP" dirty="0"/>
              </a:p>
              <a:p>
                <a:pPr marL="3063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kumimoji="1" lang="en-US" altLang="ja-JP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i="1" dirty="0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kumimoji="1" lang="en-US" altLang="ja-JP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i="1" dirty="0" err="1" smtClean="0">
                          <a:latin typeface="Cambria Math" panose="02040503050406030204" pitchFamily="18" charset="0"/>
                        </a:rPr>
                        <m:t>𝑊𝑥</m:t>
                      </m:r>
                      <m:r>
                        <a:rPr kumimoji="1" lang="en-US" altLang="ja-JP" i="1" dirty="0" err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i="1" dirty="0" err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kumimoji="1" lang="en-US" altLang="ja-JP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kumimoji="1" lang="ja-JP" alt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en-US" altLang="ja-JP" dirty="0"/>
              </a:p>
            </p:txBody>
          </p:sp>
        </mc:Choice>
        <mc:Fallback xmlns="">
          <p:sp>
            <p:nvSpPr>
              <p:cNvPr id="2" name="コンテンツ プレースホルダー 1">
                <a:extLst>
                  <a:ext uri="{FF2B5EF4-FFF2-40B4-BE49-F238E27FC236}">
                    <a16:creationId xmlns:a16="http://schemas.microsoft.com/office/drawing/2014/main" id="{D62EF45E-3893-8550-61E8-7AD0156631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1342" y="1193078"/>
                <a:ext cx="11809313" cy="5548289"/>
              </a:xfrm>
              <a:blipFill>
                <a:blip r:embed="rId3"/>
                <a:stretch>
                  <a:fillRect l="-877" t="-197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2B7A4FE-6BFB-9FC8-38F2-14B223AEF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7BDF-BBE8-459F-AB46-F09C8B0A9A6C}" type="slidenum">
              <a:rPr kumimoji="1" lang="ja-JP" altLang="en-US" smtClean="0"/>
              <a:t>11</a:t>
            </a:fld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693764B0-0D5E-FDF8-CFEB-1E61BB627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Multi-Layer Perceptron (MLP)</a:t>
            </a:r>
            <a:endParaRPr kumimoji="1" lang="ja-JP" altLang="en-US" dirty="0"/>
          </a:p>
        </p:txBody>
      </p:sp>
      <p:sp>
        <p:nvSpPr>
          <p:cNvPr id="50" name="AutoShape 6" descr="backpropagation_in_neural_network_8">
            <a:extLst>
              <a:ext uri="{FF2B5EF4-FFF2-40B4-BE49-F238E27FC236}">
                <a16:creationId xmlns:a16="http://schemas.microsoft.com/office/drawing/2014/main" id="{C68934FA-DB96-03BC-92C3-79E35AC57AF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86000" y="1524000"/>
            <a:ext cx="762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8F4C092D-DA68-6C8B-F942-CC66B7621B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8934" y="3480790"/>
            <a:ext cx="6608240" cy="3304120"/>
          </a:xfrm>
          <a:prstGeom prst="rect">
            <a:avLst/>
          </a:prstGeom>
        </p:spPr>
      </p:pic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C114F5BC-B4D2-52F2-EA73-B561492F28E2}"/>
              </a:ext>
            </a:extLst>
          </p:cNvPr>
          <p:cNvSpPr txBox="1"/>
          <p:nvPr/>
        </p:nvSpPr>
        <p:spPr>
          <a:xfrm>
            <a:off x="8900396" y="2753766"/>
            <a:ext cx="32389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dirty="0"/>
              <a:t>x: </a:t>
            </a:r>
            <a:r>
              <a:rPr kumimoji="1" lang="ja-JP" altLang="en-US" dirty="0"/>
              <a:t>入力ベクトル</a:t>
            </a:r>
            <a:endParaRPr kumimoji="1" lang="en-US" altLang="ja-JP" dirty="0"/>
          </a:p>
          <a:p>
            <a:r>
              <a:rPr kumimoji="1" lang="en-US" altLang="ja-JP" dirty="0"/>
              <a:t>W, b: </a:t>
            </a:r>
            <a:r>
              <a:rPr kumimoji="1" lang="ja-JP" altLang="en-US" dirty="0"/>
              <a:t>学習される重み・バイアス</a:t>
            </a:r>
            <a:endParaRPr kumimoji="1" lang="en-US" altLang="ja-JP" dirty="0"/>
          </a:p>
          <a:p>
            <a:r>
              <a:rPr kumimoji="1" lang="en-US" altLang="ja-JP" dirty="0"/>
              <a:t>σ: </a:t>
            </a:r>
            <a:r>
              <a:rPr kumimoji="1" lang="ja-JP" altLang="en-US" dirty="0"/>
              <a:t>非線形活性化関数（</a:t>
            </a:r>
            <a:r>
              <a:rPr kumimoji="1" lang="en-US" altLang="ja-JP" dirty="0" err="1"/>
              <a:t>ReLU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493380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51603B91-1325-440D-E05A-225ABE46A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1193078"/>
            <a:ext cx="6261707" cy="5548289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C104E85-36E2-44AC-4C6F-D3623B7EE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7BDF-BBE8-459F-AB46-F09C8B0A9A6C}" type="slidenum">
              <a:rPr kumimoji="1" lang="ja-JP" altLang="en-US" smtClean="0"/>
              <a:t>12</a:t>
            </a:fld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ECF9295C-B66C-68FC-AE55-A0BF11EA0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Outer Product Unit (OPU)</a:t>
            </a:r>
            <a:endParaRPr kumimoji="1" lang="ja-JP" altLang="en-US" dirty="0"/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1ED26D6B-89B4-EBEA-4FDA-69D83C279B4D}"/>
              </a:ext>
            </a:extLst>
          </p:cNvPr>
          <p:cNvGrpSpPr/>
          <p:nvPr/>
        </p:nvGrpSpPr>
        <p:grpSpPr>
          <a:xfrm>
            <a:off x="6591362" y="1287878"/>
            <a:ext cx="5734339" cy="5570122"/>
            <a:chOff x="7279052" y="584200"/>
            <a:chExt cx="4380806" cy="4414301"/>
          </a:xfrm>
        </p:grpSpPr>
        <p:sp>
          <p:nvSpPr>
            <p:cNvPr id="6" name="直方体 5">
              <a:extLst>
                <a:ext uri="{FF2B5EF4-FFF2-40B4-BE49-F238E27FC236}">
                  <a16:creationId xmlns:a16="http://schemas.microsoft.com/office/drawing/2014/main" id="{F5B75E88-27AF-8C31-36B9-2278CCE9FD36}"/>
                </a:ext>
              </a:extLst>
            </p:cNvPr>
            <p:cNvSpPr/>
            <p:nvPr/>
          </p:nvSpPr>
          <p:spPr>
            <a:xfrm>
              <a:off x="8148316" y="3097716"/>
              <a:ext cx="289978" cy="344078"/>
            </a:xfrm>
            <a:prstGeom prst="cube">
              <a:avLst>
                <a:gd name="adj" fmla="val 29031"/>
              </a:avLst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7" name="直方体 6">
              <a:extLst>
                <a:ext uri="{FF2B5EF4-FFF2-40B4-BE49-F238E27FC236}">
                  <a16:creationId xmlns:a16="http://schemas.microsoft.com/office/drawing/2014/main" id="{30B74E04-FAB7-8AEB-8A30-79D0F5ECB199}"/>
                </a:ext>
              </a:extLst>
            </p:cNvPr>
            <p:cNvSpPr/>
            <p:nvPr/>
          </p:nvSpPr>
          <p:spPr>
            <a:xfrm>
              <a:off x="9133282" y="3515697"/>
              <a:ext cx="839602" cy="753125"/>
            </a:xfrm>
            <a:prstGeom prst="cube">
              <a:avLst>
                <a:gd name="adj" fmla="val 8771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rgbClr val="2B2B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8" name="直方体 7">
              <a:extLst>
                <a:ext uri="{FF2B5EF4-FFF2-40B4-BE49-F238E27FC236}">
                  <a16:creationId xmlns:a16="http://schemas.microsoft.com/office/drawing/2014/main" id="{8E8898CE-437A-C164-F04E-7420D77E67AE}"/>
                </a:ext>
              </a:extLst>
            </p:cNvPr>
            <p:cNvSpPr/>
            <p:nvPr/>
          </p:nvSpPr>
          <p:spPr>
            <a:xfrm>
              <a:off x="9903327" y="3515697"/>
              <a:ext cx="839602" cy="753125"/>
            </a:xfrm>
            <a:prstGeom prst="cube">
              <a:avLst>
                <a:gd name="adj" fmla="val 8771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rgbClr val="2B2B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9" name="直方体 8">
              <a:extLst>
                <a:ext uri="{FF2B5EF4-FFF2-40B4-BE49-F238E27FC236}">
                  <a16:creationId xmlns:a16="http://schemas.microsoft.com/office/drawing/2014/main" id="{DE9C0CC0-03F9-DDED-F3C9-97081369E0E7}"/>
                </a:ext>
              </a:extLst>
            </p:cNvPr>
            <p:cNvSpPr/>
            <p:nvPr/>
          </p:nvSpPr>
          <p:spPr>
            <a:xfrm>
              <a:off x="9137476" y="2819359"/>
              <a:ext cx="839602" cy="753125"/>
            </a:xfrm>
            <a:prstGeom prst="cube">
              <a:avLst>
                <a:gd name="adj" fmla="val 8771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10" name="直方体 9">
              <a:extLst>
                <a:ext uri="{FF2B5EF4-FFF2-40B4-BE49-F238E27FC236}">
                  <a16:creationId xmlns:a16="http://schemas.microsoft.com/office/drawing/2014/main" id="{E1C33D08-EAEF-D111-E18F-6A1D44952D28}"/>
                </a:ext>
              </a:extLst>
            </p:cNvPr>
            <p:cNvSpPr/>
            <p:nvPr/>
          </p:nvSpPr>
          <p:spPr>
            <a:xfrm>
              <a:off x="9907521" y="2819359"/>
              <a:ext cx="839602" cy="753125"/>
            </a:xfrm>
            <a:prstGeom prst="cube">
              <a:avLst>
                <a:gd name="adj" fmla="val 8771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11" name="矢印: 下 10">
              <a:extLst>
                <a:ext uri="{FF2B5EF4-FFF2-40B4-BE49-F238E27FC236}">
                  <a16:creationId xmlns:a16="http://schemas.microsoft.com/office/drawing/2014/main" id="{1A486815-2900-523A-9529-DA79C26D4A36}"/>
                </a:ext>
              </a:extLst>
            </p:cNvPr>
            <p:cNvSpPr/>
            <p:nvPr/>
          </p:nvSpPr>
          <p:spPr>
            <a:xfrm>
              <a:off x="9340859" y="2607830"/>
              <a:ext cx="354891" cy="1948477"/>
            </a:xfrm>
            <a:prstGeom prst="downArrow">
              <a:avLst/>
            </a:prstGeom>
            <a:solidFill>
              <a:schemeClr val="accent2">
                <a:lumMod val="40000"/>
                <a:lumOff val="60000"/>
                <a:alpha val="74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12" name="矢印: 下 11">
              <a:extLst>
                <a:ext uri="{FF2B5EF4-FFF2-40B4-BE49-F238E27FC236}">
                  <a16:creationId xmlns:a16="http://schemas.microsoft.com/office/drawing/2014/main" id="{7BEFAC18-F0E2-E324-81A0-1724B93E4CF2}"/>
                </a:ext>
              </a:extLst>
            </p:cNvPr>
            <p:cNvSpPr/>
            <p:nvPr/>
          </p:nvSpPr>
          <p:spPr>
            <a:xfrm>
              <a:off x="10114474" y="2581243"/>
              <a:ext cx="354891" cy="1948477"/>
            </a:xfrm>
            <a:prstGeom prst="downArrow">
              <a:avLst/>
            </a:prstGeom>
            <a:solidFill>
              <a:schemeClr val="accent5">
                <a:lumMod val="40000"/>
                <a:lumOff val="60000"/>
                <a:alpha val="74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13" name="矢印: 下 12">
              <a:extLst>
                <a:ext uri="{FF2B5EF4-FFF2-40B4-BE49-F238E27FC236}">
                  <a16:creationId xmlns:a16="http://schemas.microsoft.com/office/drawing/2014/main" id="{3F160AC6-3BE4-9276-DF16-AEDB75559A06}"/>
                </a:ext>
              </a:extLst>
            </p:cNvPr>
            <p:cNvSpPr/>
            <p:nvPr/>
          </p:nvSpPr>
          <p:spPr>
            <a:xfrm rot="16200000">
              <a:off x="9741191" y="2083985"/>
              <a:ext cx="336315" cy="2304277"/>
            </a:xfrm>
            <a:prstGeom prst="downArrow">
              <a:avLst/>
            </a:prstGeom>
            <a:solidFill>
              <a:srgbClr val="FF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14" name="矢印: 下 13">
              <a:extLst>
                <a:ext uri="{FF2B5EF4-FFF2-40B4-BE49-F238E27FC236}">
                  <a16:creationId xmlns:a16="http://schemas.microsoft.com/office/drawing/2014/main" id="{6A677B87-5F62-B5FC-3F8B-477054BAC2B1}"/>
                </a:ext>
              </a:extLst>
            </p:cNvPr>
            <p:cNvSpPr/>
            <p:nvPr/>
          </p:nvSpPr>
          <p:spPr>
            <a:xfrm rot="16200000">
              <a:off x="9787952" y="2736396"/>
              <a:ext cx="336315" cy="2304277"/>
            </a:xfrm>
            <a:prstGeom prst="downArrow">
              <a:avLst/>
            </a:prstGeom>
            <a:solidFill>
              <a:srgbClr val="2B2BFF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15" name="直方体 14">
              <a:extLst>
                <a:ext uri="{FF2B5EF4-FFF2-40B4-BE49-F238E27FC236}">
                  <a16:creationId xmlns:a16="http://schemas.microsoft.com/office/drawing/2014/main" id="{5B4A257A-7E83-6F63-8020-468833486786}"/>
                </a:ext>
              </a:extLst>
            </p:cNvPr>
            <p:cNvSpPr/>
            <p:nvPr/>
          </p:nvSpPr>
          <p:spPr>
            <a:xfrm>
              <a:off x="9371063" y="2204563"/>
              <a:ext cx="289978" cy="344078"/>
            </a:xfrm>
            <a:prstGeom prst="cube">
              <a:avLst>
                <a:gd name="adj" fmla="val 29031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16" name="直方体 15">
              <a:extLst>
                <a:ext uri="{FF2B5EF4-FFF2-40B4-BE49-F238E27FC236}">
                  <a16:creationId xmlns:a16="http://schemas.microsoft.com/office/drawing/2014/main" id="{3DC74B3F-1E36-781C-E189-4D6457B471E6}"/>
                </a:ext>
              </a:extLst>
            </p:cNvPr>
            <p:cNvSpPr/>
            <p:nvPr/>
          </p:nvSpPr>
          <p:spPr>
            <a:xfrm>
              <a:off x="9371063" y="1946182"/>
              <a:ext cx="289978" cy="344078"/>
            </a:xfrm>
            <a:prstGeom prst="cube">
              <a:avLst>
                <a:gd name="adj" fmla="val 29031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17" name="直方体 16">
              <a:extLst>
                <a:ext uri="{FF2B5EF4-FFF2-40B4-BE49-F238E27FC236}">
                  <a16:creationId xmlns:a16="http://schemas.microsoft.com/office/drawing/2014/main" id="{F76B79A0-95C3-FCC7-9192-32BBFA1DC70F}"/>
                </a:ext>
              </a:extLst>
            </p:cNvPr>
            <p:cNvSpPr/>
            <p:nvPr/>
          </p:nvSpPr>
          <p:spPr>
            <a:xfrm>
              <a:off x="9359879" y="1275066"/>
              <a:ext cx="289978" cy="344078"/>
            </a:xfrm>
            <a:prstGeom prst="cube">
              <a:avLst>
                <a:gd name="adj" fmla="val 29031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18" name="直方体 17">
              <a:extLst>
                <a:ext uri="{FF2B5EF4-FFF2-40B4-BE49-F238E27FC236}">
                  <a16:creationId xmlns:a16="http://schemas.microsoft.com/office/drawing/2014/main" id="{C4C2F0DF-5FBB-4090-6592-4365F99B7EC8}"/>
                </a:ext>
              </a:extLst>
            </p:cNvPr>
            <p:cNvSpPr/>
            <p:nvPr/>
          </p:nvSpPr>
          <p:spPr>
            <a:xfrm>
              <a:off x="9359879" y="1016685"/>
              <a:ext cx="289978" cy="344078"/>
            </a:xfrm>
            <a:prstGeom prst="cube">
              <a:avLst>
                <a:gd name="adj" fmla="val 29031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B1C191A6-4CB5-1398-174A-916AE8C80E53}"/>
                </a:ext>
              </a:extLst>
            </p:cNvPr>
            <p:cNvSpPr txBox="1"/>
            <p:nvPr/>
          </p:nvSpPr>
          <p:spPr>
            <a:xfrm rot="5400000">
              <a:off x="9293733" y="1578841"/>
              <a:ext cx="344079" cy="3526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…</a:t>
              </a:r>
              <a:endParaRPr kumimoji="1"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20" name="直方体 19">
              <a:extLst>
                <a:ext uri="{FF2B5EF4-FFF2-40B4-BE49-F238E27FC236}">
                  <a16:creationId xmlns:a16="http://schemas.microsoft.com/office/drawing/2014/main" id="{FB9B9A44-BE31-6F15-D1DF-6800EAD48FCA}"/>
                </a:ext>
              </a:extLst>
            </p:cNvPr>
            <p:cNvSpPr/>
            <p:nvPr/>
          </p:nvSpPr>
          <p:spPr>
            <a:xfrm>
              <a:off x="10147598" y="2163787"/>
              <a:ext cx="289978" cy="344078"/>
            </a:xfrm>
            <a:prstGeom prst="cube">
              <a:avLst>
                <a:gd name="adj" fmla="val 29031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21" name="直方体 20">
              <a:extLst>
                <a:ext uri="{FF2B5EF4-FFF2-40B4-BE49-F238E27FC236}">
                  <a16:creationId xmlns:a16="http://schemas.microsoft.com/office/drawing/2014/main" id="{AEF5C719-B7AB-5F97-781F-BF2E18CA912E}"/>
                </a:ext>
              </a:extLst>
            </p:cNvPr>
            <p:cNvSpPr/>
            <p:nvPr/>
          </p:nvSpPr>
          <p:spPr>
            <a:xfrm>
              <a:off x="10147598" y="1905406"/>
              <a:ext cx="289978" cy="344078"/>
            </a:xfrm>
            <a:prstGeom prst="cube">
              <a:avLst>
                <a:gd name="adj" fmla="val 29031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22" name="直方体 21">
              <a:extLst>
                <a:ext uri="{FF2B5EF4-FFF2-40B4-BE49-F238E27FC236}">
                  <a16:creationId xmlns:a16="http://schemas.microsoft.com/office/drawing/2014/main" id="{F7C3D513-BE40-395B-30FB-371C2E5A60D7}"/>
                </a:ext>
              </a:extLst>
            </p:cNvPr>
            <p:cNvSpPr/>
            <p:nvPr/>
          </p:nvSpPr>
          <p:spPr>
            <a:xfrm>
              <a:off x="10136414" y="1234290"/>
              <a:ext cx="289978" cy="344078"/>
            </a:xfrm>
            <a:prstGeom prst="cube">
              <a:avLst>
                <a:gd name="adj" fmla="val 29031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23" name="直方体 22">
              <a:extLst>
                <a:ext uri="{FF2B5EF4-FFF2-40B4-BE49-F238E27FC236}">
                  <a16:creationId xmlns:a16="http://schemas.microsoft.com/office/drawing/2014/main" id="{8290B615-F48D-B8AF-C6E7-0D1162BC3A9C}"/>
                </a:ext>
              </a:extLst>
            </p:cNvPr>
            <p:cNvSpPr/>
            <p:nvPr/>
          </p:nvSpPr>
          <p:spPr>
            <a:xfrm>
              <a:off x="10136414" y="975909"/>
              <a:ext cx="289978" cy="344078"/>
            </a:xfrm>
            <a:prstGeom prst="cube">
              <a:avLst>
                <a:gd name="adj" fmla="val 29031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040C81A0-B4B8-4354-8AD6-29FC597CE1C8}"/>
                </a:ext>
              </a:extLst>
            </p:cNvPr>
            <p:cNvSpPr txBox="1"/>
            <p:nvPr/>
          </p:nvSpPr>
          <p:spPr>
            <a:xfrm rot="5400000">
              <a:off x="10070269" y="1538064"/>
              <a:ext cx="344078" cy="3526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…</a:t>
              </a:r>
              <a:endParaRPr kumimoji="1"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25" name="直方体 24">
              <a:extLst>
                <a:ext uri="{FF2B5EF4-FFF2-40B4-BE49-F238E27FC236}">
                  <a16:creationId xmlns:a16="http://schemas.microsoft.com/office/drawing/2014/main" id="{21520588-6A61-62B7-3F8A-DC21CB9531E9}"/>
                </a:ext>
              </a:extLst>
            </p:cNvPr>
            <p:cNvSpPr/>
            <p:nvPr/>
          </p:nvSpPr>
          <p:spPr>
            <a:xfrm>
              <a:off x="8358078" y="3097716"/>
              <a:ext cx="289978" cy="344078"/>
            </a:xfrm>
            <a:prstGeom prst="cube">
              <a:avLst>
                <a:gd name="adj" fmla="val 29031"/>
              </a:avLst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3F279568-81F7-9FB6-1C31-A2B37CADC09F}"/>
                </a:ext>
              </a:extLst>
            </p:cNvPr>
            <p:cNvSpPr txBox="1"/>
            <p:nvPr/>
          </p:nvSpPr>
          <p:spPr>
            <a:xfrm>
              <a:off x="7753995" y="3114791"/>
              <a:ext cx="417507" cy="36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…</a:t>
              </a:r>
              <a:endParaRPr kumimoji="1"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27" name="直方体 26">
              <a:extLst>
                <a:ext uri="{FF2B5EF4-FFF2-40B4-BE49-F238E27FC236}">
                  <a16:creationId xmlns:a16="http://schemas.microsoft.com/office/drawing/2014/main" id="{A83BD53E-38DE-91A9-4C53-EB99E507BFB5}"/>
                </a:ext>
              </a:extLst>
            </p:cNvPr>
            <p:cNvSpPr/>
            <p:nvPr/>
          </p:nvSpPr>
          <p:spPr>
            <a:xfrm>
              <a:off x="7294008" y="3097716"/>
              <a:ext cx="289978" cy="344078"/>
            </a:xfrm>
            <a:prstGeom prst="cube">
              <a:avLst>
                <a:gd name="adj" fmla="val 29031"/>
              </a:avLst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28" name="直方体 27">
              <a:extLst>
                <a:ext uri="{FF2B5EF4-FFF2-40B4-BE49-F238E27FC236}">
                  <a16:creationId xmlns:a16="http://schemas.microsoft.com/office/drawing/2014/main" id="{D99DA0C2-AD2F-8C21-B204-736EC398D976}"/>
                </a:ext>
              </a:extLst>
            </p:cNvPr>
            <p:cNvSpPr/>
            <p:nvPr/>
          </p:nvSpPr>
          <p:spPr>
            <a:xfrm>
              <a:off x="7503770" y="3097716"/>
              <a:ext cx="289978" cy="344078"/>
            </a:xfrm>
            <a:prstGeom prst="cube">
              <a:avLst>
                <a:gd name="adj" fmla="val 29031"/>
              </a:avLst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29" name="直方体 28">
              <a:extLst>
                <a:ext uri="{FF2B5EF4-FFF2-40B4-BE49-F238E27FC236}">
                  <a16:creationId xmlns:a16="http://schemas.microsoft.com/office/drawing/2014/main" id="{D33F14ED-BD89-7252-9585-5F3128DED860}"/>
                </a:ext>
              </a:extLst>
            </p:cNvPr>
            <p:cNvSpPr/>
            <p:nvPr/>
          </p:nvSpPr>
          <p:spPr>
            <a:xfrm>
              <a:off x="8133360" y="3694288"/>
              <a:ext cx="289978" cy="344078"/>
            </a:xfrm>
            <a:prstGeom prst="cube">
              <a:avLst>
                <a:gd name="adj" fmla="val 29031"/>
              </a:avLst>
            </a:prstGeom>
            <a:solidFill>
              <a:schemeClr val="bg1"/>
            </a:solidFill>
            <a:ln w="19050">
              <a:solidFill>
                <a:srgbClr val="2B2B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30" name="直方体 29">
              <a:extLst>
                <a:ext uri="{FF2B5EF4-FFF2-40B4-BE49-F238E27FC236}">
                  <a16:creationId xmlns:a16="http://schemas.microsoft.com/office/drawing/2014/main" id="{E663E146-0567-1E4E-D03E-5983F88C135C}"/>
                </a:ext>
              </a:extLst>
            </p:cNvPr>
            <p:cNvSpPr/>
            <p:nvPr/>
          </p:nvSpPr>
          <p:spPr>
            <a:xfrm>
              <a:off x="8343122" y="3694288"/>
              <a:ext cx="289978" cy="344078"/>
            </a:xfrm>
            <a:prstGeom prst="cube">
              <a:avLst>
                <a:gd name="adj" fmla="val 29031"/>
              </a:avLst>
            </a:prstGeom>
            <a:solidFill>
              <a:schemeClr val="bg1"/>
            </a:solidFill>
            <a:ln w="19050">
              <a:solidFill>
                <a:srgbClr val="2B2B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78FFE512-1204-7BF3-9353-361EB79BFC13}"/>
                </a:ext>
              </a:extLst>
            </p:cNvPr>
            <p:cNvSpPr txBox="1"/>
            <p:nvPr/>
          </p:nvSpPr>
          <p:spPr>
            <a:xfrm>
              <a:off x="7739039" y="3711363"/>
              <a:ext cx="417507" cy="36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…</a:t>
              </a:r>
              <a:endParaRPr kumimoji="1"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32" name="直方体 31">
              <a:extLst>
                <a:ext uri="{FF2B5EF4-FFF2-40B4-BE49-F238E27FC236}">
                  <a16:creationId xmlns:a16="http://schemas.microsoft.com/office/drawing/2014/main" id="{6824B5E1-6421-A04B-65B2-E368546BA3CD}"/>
                </a:ext>
              </a:extLst>
            </p:cNvPr>
            <p:cNvSpPr/>
            <p:nvPr/>
          </p:nvSpPr>
          <p:spPr>
            <a:xfrm>
              <a:off x="7279052" y="3694288"/>
              <a:ext cx="289978" cy="344078"/>
            </a:xfrm>
            <a:prstGeom prst="cube">
              <a:avLst>
                <a:gd name="adj" fmla="val 29031"/>
              </a:avLst>
            </a:prstGeom>
            <a:solidFill>
              <a:schemeClr val="bg1"/>
            </a:solidFill>
            <a:ln w="19050">
              <a:solidFill>
                <a:srgbClr val="2B2B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33" name="直方体 32">
              <a:extLst>
                <a:ext uri="{FF2B5EF4-FFF2-40B4-BE49-F238E27FC236}">
                  <a16:creationId xmlns:a16="http://schemas.microsoft.com/office/drawing/2014/main" id="{51777A64-32CB-E0AD-B1E0-795280E50240}"/>
                </a:ext>
              </a:extLst>
            </p:cNvPr>
            <p:cNvSpPr/>
            <p:nvPr/>
          </p:nvSpPr>
          <p:spPr>
            <a:xfrm>
              <a:off x="7488814" y="3694288"/>
              <a:ext cx="289978" cy="344078"/>
            </a:xfrm>
            <a:prstGeom prst="cube">
              <a:avLst>
                <a:gd name="adj" fmla="val 29031"/>
              </a:avLst>
            </a:prstGeom>
            <a:solidFill>
              <a:schemeClr val="bg1"/>
            </a:solidFill>
            <a:ln w="19050">
              <a:solidFill>
                <a:srgbClr val="2B2B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34" name="左中かっこ 33">
              <a:extLst>
                <a:ext uri="{FF2B5EF4-FFF2-40B4-BE49-F238E27FC236}">
                  <a16:creationId xmlns:a16="http://schemas.microsoft.com/office/drawing/2014/main" id="{4E6FB1E1-A3CB-03DE-48FE-FD5EC0500656}"/>
                </a:ext>
              </a:extLst>
            </p:cNvPr>
            <p:cNvSpPr/>
            <p:nvPr/>
          </p:nvSpPr>
          <p:spPr>
            <a:xfrm rot="16200000">
              <a:off x="9811508" y="3682319"/>
              <a:ext cx="185186" cy="1649270"/>
            </a:xfrm>
            <a:prstGeom prst="leftBrace">
              <a:avLst>
                <a:gd name="adj1" fmla="val 57435"/>
                <a:gd name="adj2" fmla="val 50000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2AF919A3-D359-3886-D720-8094AB21EAA0}"/>
                </a:ext>
              </a:extLst>
            </p:cNvPr>
            <p:cNvSpPr txBox="1"/>
            <p:nvPr/>
          </p:nvSpPr>
          <p:spPr>
            <a:xfrm>
              <a:off x="11189600" y="3210586"/>
              <a:ext cx="470258" cy="70980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2800" b="1" dirty="0"/>
                <a:t>Row</a:t>
              </a:r>
              <a:endParaRPr kumimoji="1" lang="ja-JP" altLang="en-US" sz="2800" b="1" dirty="0"/>
            </a:p>
          </p:txBody>
        </p:sp>
        <p:sp>
          <p:nvSpPr>
            <p:cNvPr id="36" name="左中かっこ 35">
              <a:extLst>
                <a:ext uri="{FF2B5EF4-FFF2-40B4-BE49-F238E27FC236}">
                  <a16:creationId xmlns:a16="http://schemas.microsoft.com/office/drawing/2014/main" id="{8B5E724F-F57A-878F-0098-7A442E807530}"/>
                </a:ext>
              </a:extLst>
            </p:cNvPr>
            <p:cNvSpPr/>
            <p:nvPr/>
          </p:nvSpPr>
          <p:spPr>
            <a:xfrm rot="10800000">
              <a:off x="10905999" y="2774011"/>
              <a:ext cx="195415" cy="1562940"/>
            </a:xfrm>
            <a:prstGeom prst="leftBrace">
              <a:avLst>
                <a:gd name="adj1" fmla="val 57435"/>
                <a:gd name="adj2" fmla="val 50000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6709C7E1-DC11-3E8A-8399-1F4195A24509}"/>
                </a:ext>
              </a:extLst>
            </p:cNvPr>
            <p:cNvSpPr txBox="1"/>
            <p:nvPr/>
          </p:nvSpPr>
          <p:spPr>
            <a:xfrm rot="16200000">
              <a:off x="9683675" y="4380086"/>
              <a:ext cx="487823" cy="749008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2800" b="1" dirty="0"/>
                <a:t>Col</a:t>
              </a:r>
              <a:endParaRPr kumimoji="1" lang="ja-JP" altLang="en-US" sz="2800" b="1" dirty="0"/>
            </a:p>
          </p:txBody>
        </p:sp>
        <p:sp>
          <p:nvSpPr>
            <p:cNvPr id="38" name="左中かっこ 37">
              <a:extLst>
                <a:ext uri="{FF2B5EF4-FFF2-40B4-BE49-F238E27FC236}">
                  <a16:creationId xmlns:a16="http://schemas.microsoft.com/office/drawing/2014/main" id="{7E808155-368D-0DA5-AAC9-1B6048C115CB}"/>
                </a:ext>
              </a:extLst>
            </p:cNvPr>
            <p:cNvSpPr/>
            <p:nvPr/>
          </p:nvSpPr>
          <p:spPr>
            <a:xfrm rot="16200000">
              <a:off x="7903667" y="3543360"/>
              <a:ext cx="169614" cy="1352278"/>
            </a:xfrm>
            <a:prstGeom prst="leftBrace">
              <a:avLst>
                <a:gd name="adj1" fmla="val 57435"/>
                <a:gd name="adj2" fmla="val 50000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39" name="左中かっこ 38">
              <a:extLst>
                <a:ext uri="{FF2B5EF4-FFF2-40B4-BE49-F238E27FC236}">
                  <a16:creationId xmlns:a16="http://schemas.microsoft.com/office/drawing/2014/main" id="{FE488033-866F-82EE-FABD-9CDA1D4B6A62}"/>
                </a:ext>
              </a:extLst>
            </p:cNvPr>
            <p:cNvSpPr/>
            <p:nvPr/>
          </p:nvSpPr>
          <p:spPr>
            <a:xfrm>
              <a:off x="9087385" y="1021629"/>
              <a:ext cx="175113" cy="1489988"/>
            </a:xfrm>
            <a:prstGeom prst="leftBrace">
              <a:avLst>
                <a:gd name="adj1" fmla="val 57435"/>
                <a:gd name="adj2" fmla="val 50000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id="{75C2CDE1-7414-A5CC-30C0-79D45FBFC9EA}"/>
                </a:ext>
              </a:extLst>
            </p:cNvPr>
            <p:cNvSpPr txBox="1"/>
            <p:nvPr/>
          </p:nvSpPr>
          <p:spPr>
            <a:xfrm>
              <a:off x="8757210" y="584200"/>
              <a:ext cx="2526577" cy="36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b="1" dirty="0"/>
                <a:t>Receptive fields</a:t>
              </a:r>
              <a:endParaRPr kumimoji="1" lang="ja-JP" altLang="en-US" sz="2400" b="1" dirty="0"/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9C57EC07-D37D-42C0-EA91-970C6CD84F38}"/>
                </a:ext>
              </a:extLst>
            </p:cNvPr>
            <p:cNvSpPr txBox="1"/>
            <p:nvPr/>
          </p:nvSpPr>
          <p:spPr>
            <a:xfrm>
              <a:off x="7382403" y="2682840"/>
              <a:ext cx="1415318" cy="36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b="1" dirty="0"/>
                <a:t>Weights</a:t>
              </a:r>
              <a:endParaRPr kumimoji="1" lang="ja-JP" altLang="en-US" sz="2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テキスト ボックス 41">
                  <a:extLst>
                    <a:ext uri="{FF2B5EF4-FFF2-40B4-BE49-F238E27FC236}">
                      <a16:creationId xmlns:a16="http://schemas.microsoft.com/office/drawing/2014/main" id="{8A52A2CB-C589-5B94-23AA-848777AB69C7}"/>
                    </a:ext>
                  </a:extLst>
                </p:cNvPr>
                <p:cNvSpPr txBox="1"/>
                <p:nvPr/>
              </p:nvSpPr>
              <p:spPr>
                <a:xfrm>
                  <a:off x="7319199" y="4322434"/>
                  <a:ext cx="1415318" cy="36586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1" i="1" smtClean="0">
                            <a:latin typeface="Cambria Math" panose="02040503050406030204" pitchFamily="18" charset="0"/>
                          </a:rPr>
                          <m:t>𝑲</m:t>
                        </m:r>
                        <m:r>
                          <a:rPr kumimoji="1" lang="en-US" altLang="ja-JP" sz="2400" b="1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ja-JP" sz="2400" b="1" i="1" smtClean="0">
                            <a:latin typeface="Cambria Math" panose="02040503050406030204" pitchFamily="18" charset="0"/>
                          </a:rPr>
                          <m:t>𝑲</m:t>
                        </m:r>
                        <m:r>
                          <a:rPr kumimoji="1" lang="en-US" altLang="ja-JP" sz="2400" b="1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ja-JP" sz="2400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oMath>
                    </m:oMathPara>
                  </a14:m>
                  <a:endParaRPr kumimoji="1" lang="ja-JP" altLang="en-US" sz="2400" b="1" i="1" dirty="0"/>
                </a:p>
              </p:txBody>
            </p:sp>
          </mc:Choice>
          <mc:Fallback xmlns="">
            <p:sp>
              <p:nvSpPr>
                <p:cNvPr id="55" name="テキスト ボックス 54">
                  <a:extLst>
                    <a:ext uri="{FF2B5EF4-FFF2-40B4-BE49-F238E27FC236}">
                      <a16:creationId xmlns:a16="http://schemas.microsoft.com/office/drawing/2014/main" id="{11421435-740F-ECA4-1C2B-FC08442C15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9199" y="4322434"/>
                  <a:ext cx="1415318" cy="36586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テキスト ボックス 42">
                  <a:extLst>
                    <a:ext uri="{FF2B5EF4-FFF2-40B4-BE49-F238E27FC236}">
                      <a16:creationId xmlns:a16="http://schemas.microsoft.com/office/drawing/2014/main" id="{AE7FA778-9C8C-E4C1-4DB0-AAA5079EB056}"/>
                    </a:ext>
                  </a:extLst>
                </p:cNvPr>
                <p:cNvSpPr txBox="1"/>
                <p:nvPr/>
              </p:nvSpPr>
              <p:spPr>
                <a:xfrm>
                  <a:off x="7709291" y="1593385"/>
                  <a:ext cx="1415318" cy="36586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1" i="1" smtClean="0">
                            <a:latin typeface="Cambria Math" panose="02040503050406030204" pitchFamily="18" charset="0"/>
                          </a:rPr>
                          <m:t>𝑲</m:t>
                        </m:r>
                        <m:r>
                          <a:rPr kumimoji="1" lang="en-US" altLang="ja-JP" sz="2400" b="1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ja-JP" sz="2400" b="1" i="1" smtClean="0">
                            <a:latin typeface="Cambria Math" panose="02040503050406030204" pitchFamily="18" charset="0"/>
                          </a:rPr>
                          <m:t>𝑲</m:t>
                        </m:r>
                        <m:r>
                          <a:rPr kumimoji="1" lang="en-US" altLang="ja-JP" sz="2400" b="1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ja-JP" sz="2400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oMath>
                    </m:oMathPara>
                  </a14:m>
                  <a:endParaRPr kumimoji="1" lang="ja-JP" altLang="en-US" sz="2400" b="1" i="1" dirty="0"/>
                </a:p>
              </p:txBody>
            </p:sp>
          </mc:Choice>
          <mc:Fallback xmlns="">
            <p:sp>
              <p:nvSpPr>
                <p:cNvPr id="56" name="テキスト ボックス 55">
                  <a:extLst>
                    <a:ext uri="{FF2B5EF4-FFF2-40B4-BE49-F238E27FC236}">
                      <a16:creationId xmlns:a16="http://schemas.microsoft.com/office/drawing/2014/main" id="{A7AA0084-B1A2-68B3-BFFF-FE22385CE3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9291" y="1593385"/>
                  <a:ext cx="1415318" cy="36586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テキスト ボックス 43">
              <a:extLst>
                <a:ext uri="{FF2B5EF4-FFF2-40B4-BE49-F238E27FC236}">
                  <a16:creationId xmlns:a16="http://schemas.microsoft.com/office/drawing/2014/main" id="{AA599B7C-B10D-A6D1-82A8-7D0EA14B233C}"/>
                </a:ext>
              </a:extLst>
            </p:cNvPr>
            <p:cNvSpPr txBox="1"/>
            <p:nvPr/>
          </p:nvSpPr>
          <p:spPr>
            <a:xfrm>
              <a:off x="9201019" y="3099689"/>
              <a:ext cx="736691" cy="36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b="1" dirty="0"/>
                <a:t>MAC</a:t>
              </a:r>
              <a:endParaRPr kumimoji="1" lang="ja-JP" altLang="en-US" sz="2400" b="1" dirty="0"/>
            </a:p>
          </p:txBody>
        </p:sp>
        <p:sp>
          <p:nvSpPr>
            <p:cNvPr id="45" name="テキスト ボックス 44">
              <a:extLst>
                <a:ext uri="{FF2B5EF4-FFF2-40B4-BE49-F238E27FC236}">
                  <a16:creationId xmlns:a16="http://schemas.microsoft.com/office/drawing/2014/main" id="{DF52C575-936E-311C-52E2-8BD19B2B4049}"/>
                </a:ext>
              </a:extLst>
            </p:cNvPr>
            <p:cNvSpPr txBox="1"/>
            <p:nvPr/>
          </p:nvSpPr>
          <p:spPr>
            <a:xfrm>
              <a:off x="9986139" y="3098111"/>
              <a:ext cx="736691" cy="36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b="1" dirty="0"/>
                <a:t>MAC</a:t>
              </a:r>
              <a:endParaRPr kumimoji="1" lang="ja-JP" altLang="en-US" sz="2400" b="1" dirty="0"/>
            </a:p>
          </p:txBody>
        </p:sp>
        <p:sp>
          <p:nvSpPr>
            <p:cNvPr id="46" name="テキスト ボックス 45">
              <a:extLst>
                <a:ext uri="{FF2B5EF4-FFF2-40B4-BE49-F238E27FC236}">
                  <a16:creationId xmlns:a16="http://schemas.microsoft.com/office/drawing/2014/main" id="{3166FE2F-55CF-7BDD-C5D2-B67F0EDB0AC2}"/>
                </a:ext>
              </a:extLst>
            </p:cNvPr>
            <p:cNvSpPr txBox="1"/>
            <p:nvPr/>
          </p:nvSpPr>
          <p:spPr>
            <a:xfrm>
              <a:off x="9168970" y="3745377"/>
              <a:ext cx="736691" cy="36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b="1" dirty="0"/>
                <a:t>MAC</a:t>
              </a:r>
              <a:endParaRPr kumimoji="1" lang="ja-JP" altLang="en-US" sz="2400" b="1" dirty="0"/>
            </a:p>
          </p:txBody>
        </p:sp>
        <p:sp>
          <p:nvSpPr>
            <p:cNvPr id="47" name="テキスト ボックス 46">
              <a:extLst>
                <a:ext uri="{FF2B5EF4-FFF2-40B4-BE49-F238E27FC236}">
                  <a16:creationId xmlns:a16="http://schemas.microsoft.com/office/drawing/2014/main" id="{2027A152-E0F8-7F27-6D4F-F38E9CD53B15}"/>
                </a:ext>
              </a:extLst>
            </p:cNvPr>
            <p:cNvSpPr txBox="1"/>
            <p:nvPr/>
          </p:nvSpPr>
          <p:spPr>
            <a:xfrm>
              <a:off x="9954088" y="3743799"/>
              <a:ext cx="736691" cy="36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b="1" dirty="0"/>
                <a:t>MAC</a:t>
              </a:r>
              <a:endParaRPr kumimoji="1" lang="ja-JP" altLang="en-US" sz="2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8052661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B7AD593-5652-131D-A50F-9054F0E76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1D68AAB-2961-B48A-8984-3E4098B68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7BDF-BBE8-459F-AB46-F09C8B0A9A6C}" type="slidenum">
              <a:rPr kumimoji="1" lang="ja-JP" altLang="en-US" smtClean="0"/>
              <a:t>13</a:t>
            </a:fld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0B702BA5-E707-73DD-9011-7B0A09755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Circuit</a:t>
            </a:r>
            <a:endParaRPr kumimoji="1" lang="ja-JP" altLang="en-US" dirty="0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44CF9B9E-52A1-69D8-81CA-4C82DA2E585D}"/>
              </a:ext>
            </a:extLst>
          </p:cNvPr>
          <p:cNvSpPr/>
          <p:nvPr/>
        </p:nvSpPr>
        <p:spPr>
          <a:xfrm>
            <a:off x="4560172" y="1354219"/>
            <a:ext cx="3518552" cy="281941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AFD521BA-2DAD-1018-6894-8978ED3AC48E}"/>
              </a:ext>
            </a:extLst>
          </p:cNvPr>
          <p:cNvSpPr/>
          <p:nvPr/>
        </p:nvSpPr>
        <p:spPr>
          <a:xfrm>
            <a:off x="1088014" y="4252540"/>
            <a:ext cx="3416489" cy="1465412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Cambria Math" panose="02040503050406030204" pitchFamily="18" charset="0"/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E4E00CBC-DE39-9D81-96BC-8859D1AD49CF}"/>
              </a:ext>
            </a:extLst>
          </p:cNvPr>
          <p:cNvSpPr/>
          <p:nvPr/>
        </p:nvSpPr>
        <p:spPr>
          <a:xfrm rot="5400000">
            <a:off x="6440303" y="831501"/>
            <a:ext cx="321806" cy="2198575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WVEC Register</a:t>
            </a:r>
            <a:endParaRPr kumimoji="1" lang="ja-JP" altLang="en-US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9D8407B9-E1B2-5FB3-AEC3-5834BDEFB5AA}"/>
              </a:ext>
            </a:extLst>
          </p:cNvPr>
          <p:cNvSpPr/>
          <p:nvPr/>
        </p:nvSpPr>
        <p:spPr>
          <a:xfrm>
            <a:off x="5037192" y="2352827"/>
            <a:ext cx="321806" cy="1776490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XVEC Register</a:t>
            </a:r>
            <a:endParaRPr kumimoji="1" lang="ja-JP" altLang="en-US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E0F602CB-D083-B3BE-6192-B303E1626A55}"/>
              </a:ext>
            </a:extLst>
          </p:cNvPr>
          <p:cNvCxnSpPr>
            <a:cxnSpLocks/>
            <a:endCxn id="39" idx="2"/>
          </p:cNvCxnSpPr>
          <p:nvPr/>
        </p:nvCxnSpPr>
        <p:spPr>
          <a:xfrm flipV="1">
            <a:off x="4715386" y="1930789"/>
            <a:ext cx="786533" cy="162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3E0CC2A6-8E32-3059-DAF3-1CF940C7DA30}"/>
              </a:ext>
            </a:extLst>
          </p:cNvPr>
          <p:cNvCxnSpPr>
            <a:cxnSpLocks/>
            <a:endCxn id="40" idx="1"/>
          </p:cNvCxnSpPr>
          <p:nvPr/>
        </p:nvCxnSpPr>
        <p:spPr>
          <a:xfrm flipV="1">
            <a:off x="4715386" y="3241072"/>
            <a:ext cx="32180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1B966B2B-0429-A145-F43D-AF25E76BBA39}"/>
              </a:ext>
            </a:extLst>
          </p:cNvPr>
          <p:cNvSpPr/>
          <p:nvPr/>
        </p:nvSpPr>
        <p:spPr>
          <a:xfrm rot="5400000">
            <a:off x="5723904" y="2120091"/>
            <a:ext cx="348419" cy="436590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PE</a:t>
            </a:r>
            <a:endParaRPr kumimoji="1" lang="ja-JP" altLang="en-US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2C251198-ACC4-C73A-A158-528D91B8B79C}"/>
              </a:ext>
            </a:extLst>
          </p:cNvPr>
          <p:cNvSpPr txBox="1"/>
          <p:nvPr/>
        </p:nvSpPr>
        <p:spPr>
          <a:xfrm>
            <a:off x="6743696" y="2108543"/>
            <a:ext cx="427899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kumimoji="1" lang="en-US" altLang="ja-JP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…</a:t>
            </a:r>
            <a:endParaRPr lang="ja-JP" altLang="en-US" dirty="0"/>
          </a:p>
        </p:txBody>
      </p:sp>
      <p:cxnSp>
        <p:nvCxnSpPr>
          <p:cNvPr id="58" name="直線コネクタ 57">
            <a:extLst>
              <a:ext uri="{FF2B5EF4-FFF2-40B4-BE49-F238E27FC236}">
                <a16:creationId xmlns:a16="http://schemas.microsoft.com/office/drawing/2014/main" id="{0A7C8342-BBA3-1D22-8141-E3DBE6360A4B}"/>
              </a:ext>
            </a:extLst>
          </p:cNvPr>
          <p:cNvCxnSpPr>
            <a:cxnSpLocks/>
          </p:cNvCxnSpPr>
          <p:nvPr/>
        </p:nvCxnSpPr>
        <p:spPr>
          <a:xfrm>
            <a:off x="5369471" y="2639365"/>
            <a:ext cx="1835022" cy="688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E98BB728-299E-6369-9827-65C0526051C7}"/>
              </a:ext>
            </a:extLst>
          </p:cNvPr>
          <p:cNvCxnSpPr>
            <a:cxnSpLocks/>
          </p:cNvCxnSpPr>
          <p:nvPr/>
        </p:nvCxnSpPr>
        <p:spPr>
          <a:xfrm>
            <a:off x="5597216" y="2394345"/>
            <a:ext cx="8108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0F01391E-5209-D23F-8AA7-61B000F4ED7E}"/>
              </a:ext>
            </a:extLst>
          </p:cNvPr>
          <p:cNvCxnSpPr>
            <a:cxnSpLocks/>
          </p:cNvCxnSpPr>
          <p:nvPr/>
        </p:nvCxnSpPr>
        <p:spPr>
          <a:xfrm>
            <a:off x="5593166" y="2389938"/>
            <a:ext cx="539" cy="25190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574BFB51-DCC5-D50A-D5B0-2E58B8247BBE}"/>
              </a:ext>
            </a:extLst>
          </p:cNvPr>
          <p:cNvCxnSpPr>
            <a:cxnSpLocks/>
          </p:cNvCxnSpPr>
          <p:nvPr/>
        </p:nvCxnSpPr>
        <p:spPr>
          <a:xfrm>
            <a:off x="5897334" y="2581326"/>
            <a:ext cx="1913376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6E4B74C6-F738-E34C-D4A5-77A16CA6BC91}"/>
              </a:ext>
            </a:extLst>
          </p:cNvPr>
          <p:cNvCxnSpPr>
            <a:cxnSpLocks/>
          </p:cNvCxnSpPr>
          <p:nvPr/>
        </p:nvCxnSpPr>
        <p:spPr>
          <a:xfrm>
            <a:off x="5537009" y="2091471"/>
            <a:ext cx="12359" cy="156093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5F786632-3DC3-864C-EF7C-D33D30C78B6F}"/>
              </a:ext>
            </a:extLst>
          </p:cNvPr>
          <p:cNvSpPr txBox="1"/>
          <p:nvPr/>
        </p:nvSpPr>
        <p:spPr>
          <a:xfrm>
            <a:off x="4638096" y="1695933"/>
            <a:ext cx="53954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1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wvec</a:t>
            </a:r>
            <a:endParaRPr lang="ja-JP" altLang="en-US" sz="1100" dirty="0"/>
          </a:p>
        </p:txBody>
      </p:sp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252B6237-5623-0B1A-3F87-B32AD82A6652}"/>
              </a:ext>
            </a:extLst>
          </p:cNvPr>
          <p:cNvSpPr txBox="1"/>
          <p:nvPr/>
        </p:nvSpPr>
        <p:spPr>
          <a:xfrm>
            <a:off x="4644695" y="2982867"/>
            <a:ext cx="4550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1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xvec</a:t>
            </a:r>
            <a:endParaRPr lang="ja-JP" altLang="en-US" sz="1100" dirty="0"/>
          </a:p>
        </p:txBody>
      </p:sp>
      <p:sp>
        <p:nvSpPr>
          <p:cNvPr id="91" name="楕円 90">
            <a:extLst>
              <a:ext uri="{FF2B5EF4-FFF2-40B4-BE49-F238E27FC236}">
                <a16:creationId xmlns:a16="http://schemas.microsoft.com/office/drawing/2014/main" id="{4E7BA333-8190-0D25-A5C2-D2D27A04CC83}"/>
              </a:ext>
            </a:extLst>
          </p:cNvPr>
          <p:cNvSpPr/>
          <p:nvPr/>
        </p:nvSpPr>
        <p:spPr>
          <a:xfrm>
            <a:off x="1865996" y="4913666"/>
            <a:ext cx="267802" cy="290515"/>
          </a:xfrm>
          <a:prstGeom prst="ellipse">
            <a:avLst/>
          </a:prstGeom>
          <a:noFill/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ysClr val="windowText" lastClr="000000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92" name="直線矢印コネクタ 91">
            <a:extLst>
              <a:ext uri="{FF2B5EF4-FFF2-40B4-BE49-F238E27FC236}">
                <a16:creationId xmlns:a16="http://schemas.microsoft.com/office/drawing/2014/main" id="{1AB13BA6-1C88-8755-79CF-1BB8A00651FC}"/>
              </a:ext>
            </a:extLst>
          </p:cNvPr>
          <p:cNvCxnSpPr>
            <a:cxnSpLocks/>
          </p:cNvCxnSpPr>
          <p:nvPr/>
        </p:nvCxnSpPr>
        <p:spPr>
          <a:xfrm>
            <a:off x="1753952" y="4741579"/>
            <a:ext cx="177808" cy="20607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A596203F-5A82-6858-3317-6FDB7D43E96E}"/>
              </a:ext>
            </a:extLst>
          </p:cNvPr>
          <p:cNvCxnSpPr>
            <a:cxnSpLocks/>
            <a:endCxn id="91" idx="3"/>
          </p:cNvCxnSpPr>
          <p:nvPr/>
        </p:nvCxnSpPr>
        <p:spPr>
          <a:xfrm flipV="1">
            <a:off x="1726604" y="5161636"/>
            <a:ext cx="178611" cy="18546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0A25F5C3-F6EA-003C-FCB7-7B52B9356148}"/>
              </a:ext>
            </a:extLst>
          </p:cNvPr>
          <p:cNvSpPr txBox="1"/>
          <p:nvPr/>
        </p:nvSpPr>
        <p:spPr>
          <a:xfrm>
            <a:off x="1127933" y="4596174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err="1">
                <a:latin typeface="Cambria Math" panose="02040503050406030204" pitchFamily="18" charset="0"/>
                <a:ea typeface="Cambria Math" panose="02040503050406030204" pitchFamily="18" charset="0"/>
              </a:rPr>
              <a:t>xin</a:t>
            </a:r>
            <a:endParaRPr kumimoji="1" lang="ja-JP" altLang="en-US" sz="1200">
              <a:latin typeface="Cambria Math" panose="02040503050406030204" pitchFamily="18" charset="0"/>
            </a:endParaRPr>
          </a:p>
        </p:txBody>
      </p:sp>
      <p:sp>
        <p:nvSpPr>
          <p:cNvPr id="95" name="テキスト ボックス 94">
            <a:extLst>
              <a:ext uri="{FF2B5EF4-FFF2-40B4-BE49-F238E27FC236}">
                <a16:creationId xmlns:a16="http://schemas.microsoft.com/office/drawing/2014/main" id="{FA8D87F6-A5E3-AC79-2334-4888ECA041C1}"/>
              </a:ext>
            </a:extLst>
          </p:cNvPr>
          <p:cNvSpPr txBox="1"/>
          <p:nvPr/>
        </p:nvSpPr>
        <p:spPr>
          <a:xfrm>
            <a:off x="1065048" y="5204180"/>
            <a:ext cx="4331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>
                <a:latin typeface="Cambria Math" panose="02040503050406030204" pitchFamily="18" charset="0"/>
                <a:ea typeface="Cambria Math" panose="02040503050406030204" pitchFamily="18" charset="0"/>
              </a:rPr>
              <a:t>win</a:t>
            </a:r>
            <a:endParaRPr kumimoji="1" lang="ja-JP" altLang="en-US" sz="1200">
              <a:latin typeface="Cambria Math" panose="02040503050406030204" pitchFamily="18" charset="0"/>
            </a:endParaRPr>
          </a:p>
        </p:txBody>
      </p:sp>
      <p:cxnSp>
        <p:nvCxnSpPr>
          <p:cNvPr id="96" name="直線矢印コネクタ 95">
            <a:extLst>
              <a:ext uri="{FF2B5EF4-FFF2-40B4-BE49-F238E27FC236}">
                <a16:creationId xmlns:a16="http://schemas.microsoft.com/office/drawing/2014/main" id="{5752465E-AFB5-88FA-398D-D6E0154363BC}"/>
              </a:ext>
            </a:extLst>
          </p:cNvPr>
          <p:cNvCxnSpPr>
            <a:cxnSpLocks/>
          </p:cNvCxnSpPr>
          <p:nvPr/>
        </p:nvCxnSpPr>
        <p:spPr>
          <a:xfrm>
            <a:off x="2133016" y="5058924"/>
            <a:ext cx="72387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正方形/長方形 96">
            <a:extLst>
              <a:ext uri="{FF2B5EF4-FFF2-40B4-BE49-F238E27FC236}">
                <a16:creationId xmlns:a16="http://schemas.microsoft.com/office/drawing/2014/main" id="{5B362044-A138-3FAC-107F-937508B8265C}"/>
              </a:ext>
            </a:extLst>
          </p:cNvPr>
          <p:cNvSpPr/>
          <p:nvPr/>
        </p:nvSpPr>
        <p:spPr>
          <a:xfrm>
            <a:off x="3331978" y="4854442"/>
            <a:ext cx="521360" cy="565771"/>
          </a:xfrm>
          <a:prstGeom prst="rect">
            <a:avLst/>
          </a:prstGeom>
          <a:noFill/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ACC</a:t>
            </a:r>
            <a:br>
              <a:rPr kumimoji="1" lang="en-US" altLang="ja-JP" sz="12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kumimoji="1" lang="en-US" altLang="ja-JP" sz="12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REG</a:t>
            </a:r>
          </a:p>
        </p:txBody>
      </p:sp>
      <p:cxnSp>
        <p:nvCxnSpPr>
          <p:cNvPr id="98" name="直線矢印コネクタ 97">
            <a:extLst>
              <a:ext uri="{FF2B5EF4-FFF2-40B4-BE49-F238E27FC236}">
                <a16:creationId xmlns:a16="http://schemas.microsoft.com/office/drawing/2014/main" id="{ABCF277D-61D2-B785-47CD-6DA3AC3B5380}"/>
              </a:ext>
            </a:extLst>
          </p:cNvPr>
          <p:cNvCxnSpPr>
            <a:cxnSpLocks/>
          </p:cNvCxnSpPr>
          <p:nvPr/>
        </p:nvCxnSpPr>
        <p:spPr>
          <a:xfrm>
            <a:off x="2959503" y="4577546"/>
            <a:ext cx="3542" cy="32806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テキスト ボックス 98">
            <a:extLst>
              <a:ext uri="{FF2B5EF4-FFF2-40B4-BE49-F238E27FC236}">
                <a16:creationId xmlns:a16="http://schemas.microsoft.com/office/drawing/2014/main" id="{A5A112E5-25DC-2838-7844-1FF12D4DA268}"/>
              </a:ext>
            </a:extLst>
          </p:cNvPr>
          <p:cNvSpPr txBox="1"/>
          <p:nvPr/>
        </p:nvSpPr>
        <p:spPr>
          <a:xfrm>
            <a:off x="2617654" y="4352486"/>
            <a:ext cx="6351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err="1">
                <a:latin typeface="Cambria Math" panose="02040503050406030204" pitchFamily="18" charset="0"/>
                <a:ea typeface="Cambria Math" panose="02040503050406030204" pitchFamily="18" charset="0"/>
              </a:rPr>
              <a:t>acc_sel</a:t>
            </a:r>
            <a:endParaRPr kumimoji="1" lang="ja-JP" altLang="en-US" sz="1200">
              <a:latin typeface="Cambria Math" panose="02040503050406030204" pitchFamily="18" charset="0"/>
            </a:endParaRPr>
          </a:p>
        </p:txBody>
      </p:sp>
      <p:sp>
        <p:nvSpPr>
          <p:cNvPr id="100" name="テキスト ボックス 99">
            <a:extLst>
              <a:ext uri="{FF2B5EF4-FFF2-40B4-BE49-F238E27FC236}">
                <a16:creationId xmlns:a16="http://schemas.microsoft.com/office/drawing/2014/main" id="{EB08FF0D-0C57-7C30-5798-F27AC2179BE5}"/>
              </a:ext>
            </a:extLst>
          </p:cNvPr>
          <p:cNvSpPr txBox="1"/>
          <p:nvPr/>
        </p:nvSpPr>
        <p:spPr>
          <a:xfrm>
            <a:off x="4057558" y="5137327"/>
            <a:ext cx="4868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err="1">
                <a:latin typeface="Cambria Math" panose="02040503050406030204" pitchFamily="18" charset="0"/>
                <a:ea typeface="Cambria Math" panose="02040503050406030204" pitchFamily="18" charset="0"/>
              </a:rPr>
              <a:t>yout</a:t>
            </a:r>
            <a:endParaRPr kumimoji="1" lang="ja-JP" altLang="en-US" sz="1200">
              <a:latin typeface="Cambria Math" panose="02040503050406030204" pitchFamily="18" charset="0"/>
            </a:endParaRPr>
          </a:p>
        </p:txBody>
      </p: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5F647CCC-FEB5-387C-721A-4739E59BB32A}"/>
              </a:ext>
            </a:extLst>
          </p:cNvPr>
          <p:cNvCxnSpPr>
            <a:cxnSpLocks/>
          </p:cNvCxnSpPr>
          <p:nvPr/>
        </p:nvCxnSpPr>
        <p:spPr>
          <a:xfrm>
            <a:off x="3599782" y="4577546"/>
            <a:ext cx="0" cy="26844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テキスト ボックス 101">
            <a:extLst>
              <a:ext uri="{FF2B5EF4-FFF2-40B4-BE49-F238E27FC236}">
                <a16:creationId xmlns:a16="http://schemas.microsoft.com/office/drawing/2014/main" id="{0C5557DA-15AB-7B8E-DAF4-A0C8170A3603}"/>
              </a:ext>
            </a:extLst>
          </p:cNvPr>
          <p:cNvSpPr txBox="1"/>
          <p:nvPr/>
        </p:nvSpPr>
        <p:spPr>
          <a:xfrm>
            <a:off x="3309785" y="4345633"/>
            <a:ext cx="6142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err="1">
                <a:latin typeface="Cambria Math" panose="02040503050406030204" pitchFamily="18" charset="0"/>
                <a:ea typeface="Cambria Math" panose="02040503050406030204" pitchFamily="18" charset="0"/>
              </a:rPr>
              <a:t>acc_en</a:t>
            </a:r>
            <a:endParaRPr kumimoji="1" lang="ja-JP" altLang="en-US" sz="1200">
              <a:latin typeface="Cambria Math" panose="02040503050406030204" pitchFamily="18" charset="0"/>
            </a:endParaRPr>
          </a:p>
        </p:txBody>
      </p:sp>
      <p:cxnSp>
        <p:nvCxnSpPr>
          <p:cNvPr id="104" name="直線コネクタ 103">
            <a:extLst>
              <a:ext uri="{FF2B5EF4-FFF2-40B4-BE49-F238E27FC236}">
                <a16:creationId xmlns:a16="http://schemas.microsoft.com/office/drawing/2014/main" id="{75D66C1B-445B-CD8C-C170-823CA340F634}"/>
              </a:ext>
            </a:extLst>
          </p:cNvPr>
          <p:cNvCxnSpPr>
            <a:cxnSpLocks/>
            <a:stCxn id="91" idx="1"/>
            <a:endCxn id="91" idx="5"/>
          </p:cNvCxnSpPr>
          <p:nvPr/>
        </p:nvCxnSpPr>
        <p:spPr>
          <a:xfrm>
            <a:off x="1905215" y="4956211"/>
            <a:ext cx="189364" cy="205425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コネクタ 104">
            <a:extLst>
              <a:ext uri="{FF2B5EF4-FFF2-40B4-BE49-F238E27FC236}">
                <a16:creationId xmlns:a16="http://schemas.microsoft.com/office/drawing/2014/main" id="{9A0A6CD7-CFF2-2665-CA18-B6F20042BA94}"/>
              </a:ext>
            </a:extLst>
          </p:cNvPr>
          <p:cNvCxnSpPr>
            <a:cxnSpLocks/>
            <a:stCxn id="91" idx="7"/>
            <a:endCxn id="91" idx="3"/>
          </p:cNvCxnSpPr>
          <p:nvPr/>
        </p:nvCxnSpPr>
        <p:spPr>
          <a:xfrm flipH="1">
            <a:off x="1905215" y="4956211"/>
            <a:ext cx="189364" cy="205425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楕円 105">
            <a:extLst>
              <a:ext uri="{FF2B5EF4-FFF2-40B4-BE49-F238E27FC236}">
                <a16:creationId xmlns:a16="http://schemas.microsoft.com/office/drawing/2014/main" id="{A0304428-EA7F-0346-5497-D33CCB5F9228}"/>
              </a:ext>
            </a:extLst>
          </p:cNvPr>
          <p:cNvSpPr/>
          <p:nvPr/>
        </p:nvSpPr>
        <p:spPr>
          <a:xfrm>
            <a:off x="2392634" y="5136568"/>
            <a:ext cx="267802" cy="290515"/>
          </a:xfrm>
          <a:prstGeom prst="ellipse">
            <a:avLst/>
          </a:prstGeom>
          <a:noFill/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ysClr val="windowText" lastClr="000000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107" name="直線コネクタ 106">
            <a:extLst>
              <a:ext uri="{FF2B5EF4-FFF2-40B4-BE49-F238E27FC236}">
                <a16:creationId xmlns:a16="http://schemas.microsoft.com/office/drawing/2014/main" id="{CEF82260-9183-3BBE-2D30-96C02BA95700}"/>
              </a:ext>
            </a:extLst>
          </p:cNvPr>
          <p:cNvCxnSpPr>
            <a:cxnSpLocks/>
            <a:stCxn id="106" idx="0"/>
            <a:endCxn id="106" idx="4"/>
          </p:cNvCxnSpPr>
          <p:nvPr/>
        </p:nvCxnSpPr>
        <p:spPr>
          <a:xfrm>
            <a:off x="2526535" y="5136568"/>
            <a:ext cx="0" cy="290515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コネクタ 107">
            <a:extLst>
              <a:ext uri="{FF2B5EF4-FFF2-40B4-BE49-F238E27FC236}">
                <a16:creationId xmlns:a16="http://schemas.microsoft.com/office/drawing/2014/main" id="{6F8A29B8-E2CF-C1DA-FD87-F28C26AB0FBA}"/>
              </a:ext>
            </a:extLst>
          </p:cNvPr>
          <p:cNvCxnSpPr>
            <a:cxnSpLocks/>
            <a:stCxn id="106" idx="6"/>
            <a:endCxn id="106" idx="2"/>
          </p:cNvCxnSpPr>
          <p:nvPr/>
        </p:nvCxnSpPr>
        <p:spPr>
          <a:xfrm flipH="1">
            <a:off x="2392634" y="5281826"/>
            <a:ext cx="267802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コネクタ 108">
            <a:extLst>
              <a:ext uri="{FF2B5EF4-FFF2-40B4-BE49-F238E27FC236}">
                <a16:creationId xmlns:a16="http://schemas.microsoft.com/office/drawing/2014/main" id="{B7B11312-3288-45FF-37FD-FAC290EB005D}"/>
              </a:ext>
            </a:extLst>
          </p:cNvPr>
          <p:cNvCxnSpPr>
            <a:cxnSpLocks/>
          </p:cNvCxnSpPr>
          <p:nvPr/>
        </p:nvCxnSpPr>
        <p:spPr>
          <a:xfrm flipH="1">
            <a:off x="1424186" y="5347096"/>
            <a:ext cx="303178" cy="86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コネクタ 109">
            <a:extLst>
              <a:ext uri="{FF2B5EF4-FFF2-40B4-BE49-F238E27FC236}">
                <a16:creationId xmlns:a16="http://schemas.microsoft.com/office/drawing/2014/main" id="{232E090D-B046-AC30-611F-25D2521A3C21}"/>
              </a:ext>
            </a:extLst>
          </p:cNvPr>
          <p:cNvCxnSpPr>
            <a:cxnSpLocks/>
          </p:cNvCxnSpPr>
          <p:nvPr/>
        </p:nvCxnSpPr>
        <p:spPr>
          <a:xfrm flipH="1">
            <a:off x="1454264" y="4743650"/>
            <a:ext cx="303178" cy="43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フローチャート: 手作業 110">
            <a:extLst>
              <a:ext uri="{FF2B5EF4-FFF2-40B4-BE49-F238E27FC236}">
                <a16:creationId xmlns:a16="http://schemas.microsoft.com/office/drawing/2014/main" id="{9B1D36D0-2520-B1D5-1795-CEA2ECB9981F}"/>
              </a:ext>
            </a:extLst>
          </p:cNvPr>
          <p:cNvSpPr/>
          <p:nvPr/>
        </p:nvSpPr>
        <p:spPr>
          <a:xfrm rot="16200000">
            <a:off x="2661890" y="5019523"/>
            <a:ext cx="625642" cy="236260"/>
          </a:xfrm>
          <a:prstGeom prst="flowChartManualOperation">
            <a:avLst/>
          </a:prstGeom>
          <a:noFill/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Cambria Math" panose="02040503050406030204" pitchFamily="18" charset="0"/>
            </a:endParaRPr>
          </a:p>
        </p:txBody>
      </p:sp>
      <p:sp>
        <p:nvSpPr>
          <p:cNvPr id="112" name="テキスト ボックス 111">
            <a:extLst>
              <a:ext uri="{FF2B5EF4-FFF2-40B4-BE49-F238E27FC236}">
                <a16:creationId xmlns:a16="http://schemas.microsoft.com/office/drawing/2014/main" id="{E16D7BF4-9894-71AA-93E3-F4202F4C7F2C}"/>
              </a:ext>
            </a:extLst>
          </p:cNvPr>
          <p:cNvSpPr txBox="1"/>
          <p:nvPr/>
        </p:nvSpPr>
        <p:spPr>
          <a:xfrm>
            <a:off x="2807353" y="4886716"/>
            <a:ext cx="2680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endParaRPr kumimoji="1" lang="ja-JP" altLang="en-US" sz="1200">
              <a:latin typeface="Cambria Math" panose="02040503050406030204" pitchFamily="18" charset="0"/>
            </a:endParaRPr>
          </a:p>
        </p:txBody>
      </p:sp>
      <p:sp>
        <p:nvSpPr>
          <p:cNvPr id="113" name="テキスト ボックス 112">
            <a:extLst>
              <a:ext uri="{FF2B5EF4-FFF2-40B4-BE49-F238E27FC236}">
                <a16:creationId xmlns:a16="http://schemas.microsoft.com/office/drawing/2014/main" id="{6353BCA1-E397-7926-C4BB-82A9D67C3F5A}"/>
              </a:ext>
            </a:extLst>
          </p:cNvPr>
          <p:cNvSpPr txBox="1"/>
          <p:nvPr/>
        </p:nvSpPr>
        <p:spPr>
          <a:xfrm>
            <a:off x="2815766" y="5137870"/>
            <a:ext cx="2680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endParaRPr kumimoji="1" lang="ja-JP" altLang="en-US" sz="1200">
              <a:latin typeface="Cambria Math" panose="02040503050406030204" pitchFamily="18" charset="0"/>
            </a:endParaRPr>
          </a:p>
        </p:txBody>
      </p:sp>
      <p:cxnSp>
        <p:nvCxnSpPr>
          <p:cNvPr id="114" name="直線矢印コネクタ 113">
            <a:extLst>
              <a:ext uri="{FF2B5EF4-FFF2-40B4-BE49-F238E27FC236}">
                <a16:creationId xmlns:a16="http://schemas.microsoft.com/office/drawing/2014/main" id="{3902826A-D396-054B-2F4A-4DCA4D4FCE5E}"/>
              </a:ext>
            </a:extLst>
          </p:cNvPr>
          <p:cNvCxnSpPr>
            <a:cxnSpLocks/>
            <a:endCxn id="97" idx="1"/>
          </p:cNvCxnSpPr>
          <p:nvPr/>
        </p:nvCxnSpPr>
        <p:spPr>
          <a:xfrm>
            <a:off x="3099053" y="5137328"/>
            <a:ext cx="23292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D3BB5501-06B6-4E53-1687-7B682C3C90AD}"/>
              </a:ext>
            </a:extLst>
          </p:cNvPr>
          <p:cNvCxnSpPr>
            <a:cxnSpLocks/>
          </p:cNvCxnSpPr>
          <p:nvPr/>
        </p:nvCxnSpPr>
        <p:spPr>
          <a:xfrm flipV="1">
            <a:off x="2661102" y="5276933"/>
            <a:ext cx="186461" cy="310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線コネクタ 115">
            <a:extLst>
              <a:ext uri="{FF2B5EF4-FFF2-40B4-BE49-F238E27FC236}">
                <a16:creationId xmlns:a16="http://schemas.microsoft.com/office/drawing/2014/main" id="{65D21F09-993F-2132-3B9A-A16563B86B90}"/>
              </a:ext>
            </a:extLst>
          </p:cNvPr>
          <p:cNvCxnSpPr>
            <a:cxnSpLocks/>
          </p:cNvCxnSpPr>
          <p:nvPr/>
        </p:nvCxnSpPr>
        <p:spPr>
          <a:xfrm flipV="1">
            <a:off x="3592658" y="5420835"/>
            <a:ext cx="0" cy="21219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コネクタ 116">
            <a:extLst>
              <a:ext uri="{FF2B5EF4-FFF2-40B4-BE49-F238E27FC236}">
                <a16:creationId xmlns:a16="http://schemas.microsoft.com/office/drawing/2014/main" id="{6EE10910-9A4C-5C1E-3D70-13CDA92F0FB3}"/>
              </a:ext>
            </a:extLst>
          </p:cNvPr>
          <p:cNvCxnSpPr>
            <a:cxnSpLocks/>
          </p:cNvCxnSpPr>
          <p:nvPr/>
        </p:nvCxnSpPr>
        <p:spPr>
          <a:xfrm flipH="1">
            <a:off x="2172006" y="5624878"/>
            <a:ext cx="1420652" cy="74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コネクタ 117">
            <a:extLst>
              <a:ext uri="{FF2B5EF4-FFF2-40B4-BE49-F238E27FC236}">
                <a16:creationId xmlns:a16="http://schemas.microsoft.com/office/drawing/2014/main" id="{BBEDE79E-6970-18F7-9FB4-67F218B8F63C}"/>
              </a:ext>
            </a:extLst>
          </p:cNvPr>
          <p:cNvCxnSpPr>
            <a:cxnSpLocks/>
          </p:cNvCxnSpPr>
          <p:nvPr/>
        </p:nvCxnSpPr>
        <p:spPr>
          <a:xfrm flipV="1">
            <a:off x="2174841" y="5513198"/>
            <a:ext cx="0" cy="12710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矢印コネクタ 118">
            <a:extLst>
              <a:ext uri="{FF2B5EF4-FFF2-40B4-BE49-F238E27FC236}">
                <a16:creationId xmlns:a16="http://schemas.microsoft.com/office/drawing/2014/main" id="{1CA87E9A-04AD-9C2C-E011-AD3261AD32DC}"/>
              </a:ext>
            </a:extLst>
          </p:cNvPr>
          <p:cNvCxnSpPr>
            <a:cxnSpLocks/>
            <a:endCxn id="106" idx="3"/>
          </p:cNvCxnSpPr>
          <p:nvPr/>
        </p:nvCxnSpPr>
        <p:spPr>
          <a:xfrm flipV="1">
            <a:off x="2173087" y="5384538"/>
            <a:ext cx="258766" cy="13543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矢印コネクタ 119">
            <a:extLst>
              <a:ext uri="{FF2B5EF4-FFF2-40B4-BE49-F238E27FC236}">
                <a16:creationId xmlns:a16="http://schemas.microsoft.com/office/drawing/2014/main" id="{C0701EBD-84E2-9EC7-AA90-93C44D59B4F9}"/>
              </a:ext>
            </a:extLst>
          </p:cNvPr>
          <p:cNvCxnSpPr>
            <a:cxnSpLocks/>
            <a:stCxn id="91" idx="5"/>
            <a:endCxn id="106" idx="1"/>
          </p:cNvCxnSpPr>
          <p:nvPr/>
        </p:nvCxnSpPr>
        <p:spPr>
          <a:xfrm>
            <a:off x="2094579" y="5161636"/>
            <a:ext cx="337274" cy="1747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矢印コネクタ 120">
            <a:extLst>
              <a:ext uri="{FF2B5EF4-FFF2-40B4-BE49-F238E27FC236}">
                <a16:creationId xmlns:a16="http://schemas.microsoft.com/office/drawing/2014/main" id="{206EA653-A39F-231F-671F-2A0F41A3AB93}"/>
              </a:ext>
            </a:extLst>
          </p:cNvPr>
          <p:cNvCxnSpPr>
            <a:cxnSpLocks/>
            <a:stCxn id="97" idx="3"/>
            <a:endCxn id="100" idx="0"/>
          </p:cNvCxnSpPr>
          <p:nvPr/>
        </p:nvCxnSpPr>
        <p:spPr>
          <a:xfrm flipV="1">
            <a:off x="3853338" y="5137327"/>
            <a:ext cx="447652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テキスト ボックス 121">
            <a:extLst>
              <a:ext uri="{FF2B5EF4-FFF2-40B4-BE49-F238E27FC236}">
                <a16:creationId xmlns:a16="http://schemas.microsoft.com/office/drawing/2014/main" id="{0F828FB7-8D64-E491-5B38-E77A9A645FD4}"/>
              </a:ext>
            </a:extLst>
          </p:cNvPr>
          <p:cNvSpPr txBox="1"/>
          <p:nvPr/>
        </p:nvSpPr>
        <p:spPr>
          <a:xfrm>
            <a:off x="1088014" y="4228021"/>
            <a:ext cx="10635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latin typeface="Cambria Math" panose="02040503050406030204" pitchFamily="18" charset="0"/>
                <a:ea typeface="Cambria Math" panose="02040503050406030204" pitchFamily="18" charset="0"/>
              </a:rPr>
              <a:t>(c) PE</a:t>
            </a:r>
            <a:endParaRPr lang="ja-JP" altLang="en-US" dirty="0">
              <a:latin typeface="Cambria Math" panose="02040503050406030204" pitchFamily="18" charset="0"/>
            </a:endParaRPr>
          </a:p>
        </p:txBody>
      </p:sp>
      <p:sp>
        <p:nvSpPr>
          <p:cNvPr id="123" name="テキスト ボックス 122">
            <a:extLst>
              <a:ext uri="{FF2B5EF4-FFF2-40B4-BE49-F238E27FC236}">
                <a16:creationId xmlns:a16="http://schemas.microsoft.com/office/drawing/2014/main" id="{6E4AEA46-51CD-B90F-C282-266FDDE05B4C}"/>
              </a:ext>
            </a:extLst>
          </p:cNvPr>
          <p:cNvSpPr txBox="1"/>
          <p:nvPr/>
        </p:nvSpPr>
        <p:spPr>
          <a:xfrm>
            <a:off x="4479736" y="1318270"/>
            <a:ext cx="20034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latin typeface="Cambria Math" panose="02040503050406030204" pitchFamily="18" charset="0"/>
                <a:ea typeface="Cambria Math" panose="02040503050406030204" pitchFamily="18" charset="0"/>
              </a:rPr>
              <a:t>(b) OPU</a:t>
            </a:r>
            <a:endParaRPr lang="ja-JP" altLang="en-US" dirty="0">
              <a:latin typeface="Cambria Math" panose="02040503050406030204" pitchFamily="18" charset="0"/>
            </a:endParaRPr>
          </a:p>
        </p:txBody>
      </p:sp>
      <p:sp>
        <p:nvSpPr>
          <p:cNvPr id="152" name="正方形/長方形 151">
            <a:extLst>
              <a:ext uri="{FF2B5EF4-FFF2-40B4-BE49-F238E27FC236}">
                <a16:creationId xmlns:a16="http://schemas.microsoft.com/office/drawing/2014/main" id="{1507815C-6FB8-D1E0-009E-31C4571064E5}"/>
              </a:ext>
            </a:extLst>
          </p:cNvPr>
          <p:cNvSpPr/>
          <p:nvPr/>
        </p:nvSpPr>
        <p:spPr>
          <a:xfrm>
            <a:off x="1088014" y="1354219"/>
            <a:ext cx="3363914" cy="281941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3" name="テキスト ボックス 152">
            <a:extLst>
              <a:ext uri="{FF2B5EF4-FFF2-40B4-BE49-F238E27FC236}">
                <a16:creationId xmlns:a16="http://schemas.microsoft.com/office/drawing/2014/main" id="{360C105E-BA17-FED4-779C-122F6B1FD689}"/>
              </a:ext>
            </a:extLst>
          </p:cNvPr>
          <p:cNvSpPr txBox="1"/>
          <p:nvPr/>
        </p:nvSpPr>
        <p:spPr>
          <a:xfrm>
            <a:off x="1115822" y="1394849"/>
            <a:ext cx="20034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latin typeface="Cambria Math" panose="02040503050406030204" pitchFamily="18" charset="0"/>
                <a:ea typeface="Cambria Math" panose="02040503050406030204" pitchFamily="18" charset="0"/>
              </a:rPr>
              <a:t>(a) MLP NPU</a:t>
            </a:r>
            <a:endParaRPr lang="ja-JP" altLang="en-US" dirty="0">
              <a:latin typeface="Cambria Math" panose="02040503050406030204" pitchFamily="18" charset="0"/>
            </a:endParaRPr>
          </a:p>
        </p:txBody>
      </p:sp>
      <p:sp>
        <p:nvSpPr>
          <p:cNvPr id="180" name="正方形/長方形 179">
            <a:extLst>
              <a:ext uri="{FF2B5EF4-FFF2-40B4-BE49-F238E27FC236}">
                <a16:creationId xmlns:a16="http://schemas.microsoft.com/office/drawing/2014/main" id="{6ADF8FC4-DB6C-5F20-3624-117FD14B0940}"/>
              </a:ext>
            </a:extLst>
          </p:cNvPr>
          <p:cNvSpPr/>
          <p:nvPr/>
        </p:nvSpPr>
        <p:spPr>
          <a:xfrm rot="5400000">
            <a:off x="6394330" y="2120091"/>
            <a:ext cx="348419" cy="436590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PE</a:t>
            </a:r>
            <a:endParaRPr kumimoji="1" lang="ja-JP" altLang="en-US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181" name="正方形/長方形 180">
            <a:extLst>
              <a:ext uri="{FF2B5EF4-FFF2-40B4-BE49-F238E27FC236}">
                <a16:creationId xmlns:a16="http://schemas.microsoft.com/office/drawing/2014/main" id="{13925E04-78CC-64E2-93C1-B766369E9136}"/>
              </a:ext>
            </a:extLst>
          </p:cNvPr>
          <p:cNvSpPr/>
          <p:nvPr/>
        </p:nvSpPr>
        <p:spPr>
          <a:xfrm rot="5400000">
            <a:off x="7321527" y="2120091"/>
            <a:ext cx="348419" cy="436590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PE</a:t>
            </a:r>
            <a:endParaRPr kumimoji="1" lang="ja-JP" altLang="en-US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196" name="テキスト ボックス 195">
            <a:extLst>
              <a:ext uri="{FF2B5EF4-FFF2-40B4-BE49-F238E27FC236}">
                <a16:creationId xmlns:a16="http://schemas.microsoft.com/office/drawing/2014/main" id="{8B3535B0-0FE1-5551-C938-C0619ACBA1CC}"/>
              </a:ext>
            </a:extLst>
          </p:cNvPr>
          <p:cNvSpPr txBox="1"/>
          <p:nvPr/>
        </p:nvSpPr>
        <p:spPr>
          <a:xfrm>
            <a:off x="6733978" y="2645413"/>
            <a:ext cx="427899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kumimoji="1" lang="en-US" altLang="ja-JP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…</a:t>
            </a:r>
            <a:endParaRPr lang="ja-JP" altLang="en-US" dirty="0"/>
          </a:p>
        </p:txBody>
      </p:sp>
      <p:sp>
        <p:nvSpPr>
          <p:cNvPr id="200" name="テキスト ボックス 199">
            <a:extLst>
              <a:ext uri="{FF2B5EF4-FFF2-40B4-BE49-F238E27FC236}">
                <a16:creationId xmlns:a16="http://schemas.microsoft.com/office/drawing/2014/main" id="{361C3F2C-7159-6F6A-3B89-B46E648F9663}"/>
              </a:ext>
            </a:extLst>
          </p:cNvPr>
          <p:cNvSpPr txBox="1"/>
          <p:nvPr/>
        </p:nvSpPr>
        <p:spPr>
          <a:xfrm>
            <a:off x="6738012" y="3537114"/>
            <a:ext cx="427899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kumimoji="1" lang="en-US" altLang="ja-JP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…</a:t>
            </a:r>
            <a:endParaRPr lang="ja-JP" altLang="en-US" dirty="0"/>
          </a:p>
        </p:txBody>
      </p:sp>
      <p:sp>
        <p:nvSpPr>
          <p:cNvPr id="204" name="テキスト ボックス 203">
            <a:extLst>
              <a:ext uri="{FF2B5EF4-FFF2-40B4-BE49-F238E27FC236}">
                <a16:creationId xmlns:a16="http://schemas.microsoft.com/office/drawing/2014/main" id="{43249BAB-CA7E-C8E8-4C44-CF44BF628D1C}"/>
              </a:ext>
            </a:extLst>
          </p:cNvPr>
          <p:cNvSpPr txBox="1"/>
          <p:nvPr/>
        </p:nvSpPr>
        <p:spPr>
          <a:xfrm rot="5400000">
            <a:off x="5765029" y="3247904"/>
            <a:ext cx="427899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kumimoji="1" lang="en-US" altLang="ja-JP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…</a:t>
            </a:r>
            <a:endParaRPr lang="ja-JP" altLang="en-US" dirty="0"/>
          </a:p>
        </p:txBody>
      </p:sp>
      <p:sp>
        <p:nvSpPr>
          <p:cNvPr id="205" name="テキスト ボックス 204">
            <a:extLst>
              <a:ext uri="{FF2B5EF4-FFF2-40B4-BE49-F238E27FC236}">
                <a16:creationId xmlns:a16="http://schemas.microsoft.com/office/drawing/2014/main" id="{98508FA1-74E0-C871-1977-ED5BCC99B857}"/>
              </a:ext>
            </a:extLst>
          </p:cNvPr>
          <p:cNvSpPr txBox="1"/>
          <p:nvPr/>
        </p:nvSpPr>
        <p:spPr>
          <a:xfrm rot="5400000">
            <a:off x="6415116" y="3254999"/>
            <a:ext cx="427899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kumimoji="1" lang="en-US" altLang="ja-JP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…</a:t>
            </a:r>
            <a:endParaRPr lang="ja-JP" altLang="en-US" dirty="0"/>
          </a:p>
        </p:txBody>
      </p:sp>
      <p:sp>
        <p:nvSpPr>
          <p:cNvPr id="206" name="テキスト ボックス 205">
            <a:extLst>
              <a:ext uri="{FF2B5EF4-FFF2-40B4-BE49-F238E27FC236}">
                <a16:creationId xmlns:a16="http://schemas.microsoft.com/office/drawing/2014/main" id="{AB92F321-0AF9-0E1D-F00D-AE5B8C1BE767}"/>
              </a:ext>
            </a:extLst>
          </p:cNvPr>
          <p:cNvSpPr txBox="1"/>
          <p:nvPr/>
        </p:nvSpPr>
        <p:spPr>
          <a:xfrm rot="5400000">
            <a:off x="7362566" y="3247904"/>
            <a:ext cx="427899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kumimoji="1" lang="en-US" altLang="ja-JP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…</a:t>
            </a:r>
            <a:endParaRPr lang="ja-JP" altLang="en-US" dirty="0"/>
          </a:p>
        </p:txBody>
      </p:sp>
      <p:sp>
        <p:nvSpPr>
          <p:cNvPr id="207" name="テキスト ボックス 206">
            <a:extLst>
              <a:ext uri="{FF2B5EF4-FFF2-40B4-BE49-F238E27FC236}">
                <a16:creationId xmlns:a16="http://schemas.microsoft.com/office/drawing/2014/main" id="{D9155025-478A-5270-D007-0BAEFCCAA880}"/>
              </a:ext>
            </a:extLst>
          </p:cNvPr>
          <p:cNvSpPr txBox="1"/>
          <p:nvPr/>
        </p:nvSpPr>
        <p:spPr>
          <a:xfrm rot="2909883">
            <a:off x="6815415" y="3199713"/>
            <a:ext cx="427899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kumimoji="1" lang="en-US" altLang="ja-JP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…</a:t>
            </a:r>
            <a:endParaRPr lang="ja-JP" altLang="en-US" dirty="0"/>
          </a:p>
        </p:txBody>
      </p:sp>
      <p:cxnSp>
        <p:nvCxnSpPr>
          <p:cNvPr id="210" name="直線コネクタ 209">
            <a:extLst>
              <a:ext uri="{FF2B5EF4-FFF2-40B4-BE49-F238E27FC236}">
                <a16:creationId xmlns:a16="http://schemas.microsoft.com/office/drawing/2014/main" id="{C83F5035-1E77-BB8C-00ED-9C0C6DB77057}"/>
              </a:ext>
            </a:extLst>
          </p:cNvPr>
          <p:cNvCxnSpPr>
            <a:cxnSpLocks/>
          </p:cNvCxnSpPr>
          <p:nvPr/>
        </p:nvCxnSpPr>
        <p:spPr>
          <a:xfrm>
            <a:off x="5543723" y="2236714"/>
            <a:ext cx="13018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線コネクタ 228">
            <a:extLst>
              <a:ext uri="{FF2B5EF4-FFF2-40B4-BE49-F238E27FC236}">
                <a16:creationId xmlns:a16="http://schemas.microsoft.com/office/drawing/2014/main" id="{EB88211B-CF20-5DD1-F7E6-2DA52DDC7157}"/>
              </a:ext>
            </a:extLst>
          </p:cNvPr>
          <p:cNvCxnSpPr>
            <a:cxnSpLocks/>
          </p:cNvCxnSpPr>
          <p:nvPr/>
        </p:nvCxnSpPr>
        <p:spPr>
          <a:xfrm>
            <a:off x="6182833" y="2091471"/>
            <a:ext cx="12359" cy="156093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線コネクタ 232">
            <a:extLst>
              <a:ext uri="{FF2B5EF4-FFF2-40B4-BE49-F238E27FC236}">
                <a16:creationId xmlns:a16="http://schemas.microsoft.com/office/drawing/2014/main" id="{5FE0B210-7BA7-DC16-34CD-1AA48525A1E8}"/>
              </a:ext>
            </a:extLst>
          </p:cNvPr>
          <p:cNvCxnSpPr>
            <a:cxnSpLocks/>
          </p:cNvCxnSpPr>
          <p:nvPr/>
        </p:nvCxnSpPr>
        <p:spPr>
          <a:xfrm>
            <a:off x="7117915" y="2091471"/>
            <a:ext cx="12359" cy="156093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線コネクタ 233">
            <a:extLst>
              <a:ext uri="{FF2B5EF4-FFF2-40B4-BE49-F238E27FC236}">
                <a16:creationId xmlns:a16="http://schemas.microsoft.com/office/drawing/2014/main" id="{B0D6115C-AADC-3DEC-5611-918356E48B7F}"/>
              </a:ext>
            </a:extLst>
          </p:cNvPr>
          <p:cNvCxnSpPr>
            <a:cxnSpLocks/>
          </p:cNvCxnSpPr>
          <p:nvPr/>
        </p:nvCxnSpPr>
        <p:spPr>
          <a:xfrm>
            <a:off x="7126686" y="2236714"/>
            <a:ext cx="15569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線コネクタ 237">
            <a:extLst>
              <a:ext uri="{FF2B5EF4-FFF2-40B4-BE49-F238E27FC236}">
                <a16:creationId xmlns:a16="http://schemas.microsoft.com/office/drawing/2014/main" id="{9BA80EA3-0C35-CF7B-236C-1AAF4F9F4865}"/>
              </a:ext>
            </a:extLst>
          </p:cNvPr>
          <p:cNvCxnSpPr>
            <a:cxnSpLocks/>
          </p:cNvCxnSpPr>
          <p:nvPr/>
        </p:nvCxnSpPr>
        <p:spPr>
          <a:xfrm>
            <a:off x="6253748" y="2386042"/>
            <a:ext cx="9335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直線コネクタ 238">
            <a:extLst>
              <a:ext uri="{FF2B5EF4-FFF2-40B4-BE49-F238E27FC236}">
                <a16:creationId xmlns:a16="http://schemas.microsoft.com/office/drawing/2014/main" id="{E2DCA66B-D45C-D7A1-45BB-E0C8A5AD18C5}"/>
              </a:ext>
            </a:extLst>
          </p:cNvPr>
          <p:cNvCxnSpPr>
            <a:cxnSpLocks/>
          </p:cNvCxnSpPr>
          <p:nvPr/>
        </p:nvCxnSpPr>
        <p:spPr>
          <a:xfrm>
            <a:off x="6253452" y="2385138"/>
            <a:ext cx="539" cy="25442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直線コネクタ 239">
            <a:extLst>
              <a:ext uri="{FF2B5EF4-FFF2-40B4-BE49-F238E27FC236}">
                <a16:creationId xmlns:a16="http://schemas.microsoft.com/office/drawing/2014/main" id="{8E929E13-591A-072C-3BE3-5C3173FADE69}"/>
              </a:ext>
            </a:extLst>
          </p:cNvPr>
          <p:cNvCxnSpPr>
            <a:cxnSpLocks/>
          </p:cNvCxnSpPr>
          <p:nvPr/>
        </p:nvCxnSpPr>
        <p:spPr>
          <a:xfrm>
            <a:off x="7196724" y="2399839"/>
            <a:ext cx="7715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直線コネクタ 240">
            <a:extLst>
              <a:ext uri="{FF2B5EF4-FFF2-40B4-BE49-F238E27FC236}">
                <a16:creationId xmlns:a16="http://schemas.microsoft.com/office/drawing/2014/main" id="{DBE21F92-AD84-5DCD-AB16-3BE3CE577567}"/>
              </a:ext>
            </a:extLst>
          </p:cNvPr>
          <p:cNvCxnSpPr>
            <a:cxnSpLocks/>
          </p:cNvCxnSpPr>
          <p:nvPr/>
        </p:nvCxnSpPr>
        <p:spPr>
          <a:xfrm>
            <a:off x="7197850" y="2395432"/>
            <a:ext cx="539" cy="25190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直線コネクタ 277">
            <a:extLst>
              <a:ext uri="{FF2B5EF4-FFF2-40B4-BE49-F238E27FC236}">
                <a16:creationId xmlns:a16="http://schemas.microsoft.com/office/drawing/2014/main" id="{EAC8D8EC-5C87-692D-A9FB-DB5D9EC43AB2}"/>
              </a:ext>
            </a:extLst>
          </p:cNvPr>
          <p:cNvCxnSpPr>
            <a:cxnSpLocks/>
          </p:cNvCxnSpPr>
          <p:nvPr/>
        </p:nvCxnSpPr>
        <p:spPr>
          <a:xfrm>
            <a:off x="6189044" y="2236714"/>
            <a:ext cx="15569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03F59668-4A7A-8F8F-74B6-422E0525071D}"/>
              </a:ext>
            </a:extLst>
          </p:cNvPr>
          <p:cNvSpPr/>
          <p:nvPr/>
        </p:nvSpPr>
        <p:spPr>
          <a:xfrm rot="5400000">
            <a:off x="5731941" y="2688055"/>
            <a:ext cx="348419" cy="436590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PE</a:t>
            </a:r>
            <a:endParaRPr kumimoji="1" lang="ja-JP" altLang="en-US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282" name="直線コネクタ 281">
            <a:extLst>
              <a:ext uri="{FF2B5EF4-FFF2-40B4-BE49-F238E27FC236}">
                <a16:creationId xmlns:a16="http://schemas.microsoft.com/office/drawing/2014/main" id="{0DF4CF95-A8DA-F066-7777-E961947A0B2E}"/>
              </a:ext>
            </a:extLst>
          </p:cNvPr>
          <p:cNvCxnSpPr>
            <a:cxnSpLocks/>
          </p:cNvCxnSpPr>
          <p:nvPr/>
        </p:nvCxnSpPr>
        <p:spPr>
          <a:xfrm>
            <a:off x="5377508" y="3207329"/>
            <a:ext cx="1835022" cy="688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直線コネクタ 282">
            <a:extLst>
              <a:ext uri="{FF2B5EF4-FFF2-40B4-BE49-F238E27FC236}">
                <a16:creationId xmlns:a16="http://schemas.microsoft.com/office/drawing/2014/main" id="{CF6F50FA-B40E-04C1-B712-41AC45C4E19B}"/>
              </a:ext>
            </a:extLst>
          </p:cNvPr>
          <p:cNvCxnSpPr>
            <a:cxnSpLocks/>
          </p:cNvCxnSpPr>
          <p:nvPr/>
        </p:nvCxnSpPr>
        <p:spPr>
          <a:xfrm>
            <a:off x="5605253" y="2962309"/>
            <a:ext cx="8108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直線コネクタ 283">
            <a:extLst>
              <a:ext uri="{FF2B5EF4-FFF2-40B4-BE49-F238E27FC236}">
                <a16:creationId xmlns:a16="http://schemas.microsoft.com/office/drawing/2014/main" id="{9AE909E4-CFFF-FF87-A46C-C77A0115BD06}"/>
              </a:ext>
            </a:extLst>
          </p:cNvPr>
          <p:cNvCxnSpPr>
            <a:cxnSpLocks/>
          </p:cNvCxnSpPr>
          <p:nvPr/>
        </p:nvCxnSpPr>
        <p:spPr>
          <a:xfrm>
            <a:off x="5601203" y="2957902"/>
            <a:ext cx="539" cy="25190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9DE51B8E-6AE2-2DD8-BC48-5B7EB8C9A5AF}"/>
              </a:ext>
            </a:extLst>
          </p:cNvPr>
          <p:cNvSpPr/>
          <p:nvPr/>
        </p:nvSpPr>
        <p:spPr>
          <a:xfrm rot="5400000">
            <a:off x="6402367" y="2688055"/>
            <a:ext cx="348419" cy="436590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PE</a:t>
            </a:r>
            <a:endParaRPr kumimoji="1" lang="ja-JP" altLang="en-US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286" name="正方形/長方形 285">
            <a:extLst>
              <a:ext uri="{FF2B5EF4-FFF2-40B4-BE49-F238E27FC236}">
                <a16:creationId xmlns:a16="http://schemas.microsoft.com/office/drawing/2014/main" id="{D5F96466-8CF1-4275-FEB3-8F07B442559C}"/>
              </a:ext>
            </a:extLst>
          </p:cNvPr>
          <p:cNvSpPr/>
          <p:nvPr/>
        </p:nvSpPr>
        <p:spPr>
          <a:xfrm rot="5400000">
            <a:off x="7329564" y="2688055"/>
            <a:ext cx="348419" cy="436590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PE</a:t>
            </a:r>
            <a:endParaRPr kumimoji="1" lang="ja-JP" altLang="en-US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287" name="直線コネクタ 286">
            <a:extLst>
              <a:ext uri="{FF2B5EF4-FFF2-40B4-BE49-F238E27FC236}">
                <a16:creationId xmlns:a16="http://schemas.microsoft.com/office/drawing/2014/main" id="{5C3FD9B6-4D7C-CF88-FEA7-2913598389CA}"/>
              </a:ext>
            </a:extLst>
          </p:cNvPr>
          <p:cNvCxnSpPr>
            <a:cxnSpLocks/>
          </p:cNvCxnSpPr>
          <p:nvPr/>
        </p:nvCxnSpPr>
        <p:spPr>
          <a:xfrm>
            <a:off x="5551760" y="2804678"/>
            <a:ext cx="13018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直線コネクタ 287">
            <a:extLst>
              <a:ext uri="{FF2B5EF4-FFF2-40B4-BE49-F238E27FC236}">
                <a16:creationId xmlns:a16="http://schemas.microsoft.com/office/drawing/2014/main" id="{D3FD5F46-BBDB-E87F-7E20-2668EE56B06B}"/>
              </a:ext>
            </a:extLst>
          </p:cNvPr>
          <p:cNvCxnSpPr>
            <a:cxnSpLocks/>
          </p:cNvCxnSpPr>
          <p:nvPr/>
        </p:nvCxnSpPr>
        <p:spPr>
          <a:xfrm>
            <a:off x="7134723" y="2804678"/>
            <a:ext cx="15569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直線コネクタ 288">
            <a:extLst>
              <a:ext uri="{FF2B5EF4-FFF2-40B4-BE49-F238E27FC236}">
                <a16:creationId xmlns:a16="http://schemas.microsoft.com/office/drawing/2014/main" id="{3CC7F181-F7A7-3C99-CA95-FF11AA438D23}"/>
              </a:ext>
            </a:extLst>
          </p:cNvPr>
          <p:cNvCxnSpPr>
            <a:cxnSpLocks/>
          </p:cNvCxnSpPr>
          <p:nvPr/>
        </p:nvCxnSpPr>
        <p:spPr>
          <a:xfrm>
            <a:off x="6261785" y="2954006"/>
            <a:ext cx="9335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直線コネクタ 289">
            <a:extLst>
              <a:ext uri="{FF2B5EF4-FFF2-40B4-BE49-F238E27FC236}">
                <a16:creationId xmlns:a16="http://schemas.microsoft.com/office/drawing/2014/main" id="{82C425B8-BD04-4461-BEF0-0E9AAEBBCAE3}"/>
              </a:ext>
            </a:extLst>
          </p:cNvPr>
          <p:cNvCxnSpPr>
            <a:cxnSpLocks/>
          </p:cNvCxnSpPr>
          <p:nvPr/>
        </p:nvCxnSpPr>
        <p:spPr>
          <a:xfrm>
            <a:off x="6261489" y="2953102"/>
            <a:ext cx="539" cy="25442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直線コネクタ 290">
            <a:extLst>
              <a:ext uri="{FF2B5EF4-FFF2-40B4-BE49-F238E27FC236}">
                <a16:creationId xmlns:a16="http://schemas.microsoft.com/office/drawing/2014/main" id="{1C7E56F5-449E-7124-ED1D-07B900936324}"/>
              </a:ext>
            </a:extLst>
          </p:cNvPr>
          <p:cNvCxnSpPr>
            <a:cxnSpLocks/>
          </p:cNvCxnSpPr>
          <p:nvPr/>
        </p:nvCxnSpPr>
        <p:spPr>
          <a:xfrm>
            <a:off x="7204761" y="2967803"/>
            <a:ext cx="7715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直線コネクタ 291">
            <a:extLst>
              <a:ext uri="{FF2B5EF4-FFF2-40B4-BE49-F238E27FC236}">
                <a16:creationId xmlns:a16="http://schemas.microsoft.com/office/drawing/2014/main" id="{2C355D49-6370-F6E3-431E-9BD64DFBA35C}"/>
              </a:ext>
            </a:extLst>
          </p:cNvPr>
          <p:cNvCxnSpPr>
            <a:cxnSpLocks/>
          </p:cNvCxnSpPr>
          <p:nvPr/>
        </p:nvCxnSpPr>
        <p:spPr>
          <a:xfrm>
            <a:off x="7205887" y="2963396"/>
            <a:ext cx="539" cy="25190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直線コネクタ 292">
            <a:extLst>
              <a:ext uri="{FF2B5EF4-FFF2-40B4-BE49-F238E27FC236}">
                <a16:creationId xmlns:a16="http://schemas.microsoft.com/office/drawing/2014/main" id="{9E12F0DC-BFD8-74F1-7B08-D4F6BCF410EE}"/>
              </a:ext>
            </a:extLst>
          </p:cNvPr>
          <p:cNvCxnSpPr>
            <a:cxnSpLocks/>
          </p:cNvCxnSpPr>
          <p:nvPr/>
        </p:nvCxnSpPr>
        <p:spPr>
          <a:xfrm>
            <a:off x="6197081" y="2804678"/>
            <a:ext cx="15569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4" name="正方形/長方形 293">
            <a:extLst>
              <a:ext uri="{FF2B5EF4-FFF2-40B4-BE49-F238E27FC236}">
                <a16:creationId xmlns:a16="http://schemas.microsoft.com/office/drawing/2014/main" id="{14FFAB0C-FB64-045F-114C-0DFBE7666428}"/>
              </a:ext>
            </a:extLst>
          </p:cNvPr>
          <p:cNvSpPr/>
          <p:nvPr/>
        </p:nvSpPr>
        <p:spPr>
          <a:xfrm rot="5400000">
            <a:off x="5730603" y="3530184"/>
            <a:ext cx="348419" cy="436590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PE</a:t>
            </a:r>
            <a:endParaRPr kumimoji="1" lang="ja-JP" altLang="en-US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295" name="直線コネクタ 294">
            <a:extLst>
              <a:ext uri="{FF2B5EF4-FFF2-40B4-BE49-F238E27FC236}">
                <a16:creationId xmlns:a16="http://schemas.microsoft.com/office/drawing/2014/main" id="{03760C08-E373-55B9-C89E-315D7956DB02}"/>
              </a:ext>
            </a:extLst>
          </p:cNvPr>
          <p:cNvCxnSpPr>
            <a:cxnSpLocks/>
          </p:cNvCxnSpPr>
          <p:nvPr/>
        </p:nvCxnSpPr>
        <p:spPr>
          <a:xfrm>
            <a:off x="5376170" y="4049458"/>
            <a:ext cx="1835022" cy="688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直線コネクタ 295">
            <a:extLst>
              <a:ext uri="{FF2B5EF4-FFF2-40B4-BE49-F238E27FC236}">
                <a16:creationId xmlns:a16="http://schemas.microsoft.com/office/drawing/2014/main" id="{2A72ADE9-C714-9B63-480A-1850452798EA}"/>
              </a:ext>
            </a:extLst>
          </p:cNvPr>
          <p:cNvCxnSpPr>
            <a:cxnSpLocks/>
          </p:cNvCxnSpPr>
          <p:nvPr/>
        </p:nvCxnSpPr>
        <p:spPr>
          <a:xfrm>
            <a:off x="5603915" y="3804438"/>
            <a:ext cx="8108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直線コネクタ 296">
            <a:extLst>
              <a:ext uri="{FF2B5EF4-FFF2-40B4-BE49-F238E27FC236}">
                <a16:creationId xmlns:a16="http://schemas.microsoft.com/office/drawing/2014/main" id="{98F5298B-8BBA-3033-3BFC-DD761018CB87}"/>
              </a:ext>
            </a:extLst>
          </p:cNvPr>
          <p:cNvCxnSpPr>
            <a:cxnSpLocks/>
          </p:cNvCxnSpPr>
          <p:nvPr/>
        </p:nvCxnSpPr>
        <p:spPr>
          <a:xfrm>
            <a:off x="5599865" y="3800031"/>
            <a:ext cx="539" cy="25190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8" name="正方形/長方形 297">
            <a:extLst>
              <a:ext uri="{FF2B5EF4-FFF2-40B4-BE49-F238E27FC236}">
                <a16:creationId xmlns:a16="http://schemas.microsoft.com/office/drawing/2014/main" id="{919BC7E1-1E94-4E8E-6911-B785DD885804}"/>
              </a:ext>
            </a:extLst>
          </p:cNvPr>
          <p:cNvSpPr/>
          <p:nvPr/>
        </p:nvSpPr>
        <p:spPr>
          <a:xfrm rot="5400000">
            <a:off x="6401029" y="3530184"/>
            <a:ext cx="348419" cy="436590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PE</a:t>
            </a:r>
            <a:endParaRPr kumimoji="1" lang="ja-JP" altLang="en-US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299" name="正方形/長方形 298">
            <a:extLst>
              <a:ext uri="{FF2B5EF4-FFF2-40B4-BE49-F238E27FC236}">
                <a16:creationId xmlns:a16="http://schemas.microsoft.com/office/drawing/2014/main" id="{180CAA3C-2F62-A022-D1EF-23B7A7C1F1F3}"/>
              </a:ext>
            </a:extLst>
          </p:cNvPr>
          <p:cNvSpPr/>
          <p:nvPr/>
        </p:nvSpPr>
        <p:spPr>
          <a:xfrm rot="5400000">
            <a:off x="7328226" y="3530184"/>
            <a:ext cx="348419" cy="436590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PE</a:t>
            </a:r>
            <a:endParaRPr kumimoji="1" lang="ja-JP" altLang="en-US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300" name="直線コネクタ 299">
            <a:extLst>
              <a:ext uri="{FF2B5EF4-FFF2-40B4-BE49-F238E27FC236}">
                <a16:creationId xmlns:a16="http://schemas.microsoft.com/office/drawing/2014/main" id="{D5CE870F-91B8-7499-5AEE-C4B99DF5D8DA}"/>
              </a:ext>
            </a:extLst>
          </p:cNvPr>
          <p:cNvCxnSpPr>
            <a:cxnSpLocks/>
          </p:cNvCxnSpPr>
          <p:nvPr/>
        </p:nvCxnSpPr>
        <p:spPr>
          <a:xfrm>
            <a:off x="5550422" y="3646807"/>
            <a:ext cx="13018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直線コネクタ 300">
            <a:extLst>
              <a:ext uri="{FF2B5EF4-FFF2-40B4-BE49-F238E27FC236}">
                <a16:creationId xmlns:a16="http://schemas.microsoft.com/office/drawing/2014/main" id="{B1DFC0E4-7D03-2DF6-EB59-1103DE131C63}"/>
              </a:ext>
            </a:extLst>
          </p:cNvPr>
          <p:cNvCxnSpPr>
            <a:cxnSpLocks/>
          </p:cNvCxnSpPr>
          <p:nvPr/>
        </p:nvCxnSpPr>
        <p:spPr>
          <a:xfrm>
            <a:off x="7133385" y="3646807"/>
            <a:ext cx="15569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直線コネクタ 301">
            <a:extLst>
              <a:ext uri="{FF2B5EF4-FFF2-40B4-BE49-F238E27FC236}">
                <a16:creationId xmlns:a16="http://schemas.microsoft.com/office/drawing/2014/main" id="{1303769E-079A-946A-D6AF-A597890BE0B2}"/>
              </a:ext>
            </a:extLst>
          </p:cNvPr>
          <p:cNvCxnSpPr>
            <a:cxnSpLocks/>
          </p:cNvCxnSpPr>
          <p:nvPr/>
        </p:nvCxnSpPr>
        <p:spPr>
          <a:xfrm>
            <a:off x="6260447" y="3796135"/>
            <a:ext cx="9335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直線コネクタ 302">
            <a:extLst>
              <a:ext uri="{FF2B5EF4-FFF2-40B4-BE49-F238E27FC236}">
                <a16:creationId xmlns:a16="http://schemas.microsoft.com/office/drawing/2014/main" id="{2B4C2F25-C453-CEEC-F300-20AAF8F408FE}"/>
              </a:ext>
            </a:extLst>
          </p:cNvPr>
          <p:cNvCxnSpPr>
            <a:cxnSpLocks/>
          </p:cNvCxnSpPr>
          <p:nvPr/>
        </p:nvCxnSpPr>
        <p:spPr>
          <a:xfrm>
            <a:off x="6260151" y="3795231"/>
            <a:ext cx="539" cy="25442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直線コネクタ 303">
            <a:extLst>
              <a:ext uri="{FF2B5EF4-FFF2-40B4-BE49-F238E27FC236}">
                <a16:creationId xmlns:a16="http://schemas.microsoft.com/office/drawing/2014/main" id="{ED0998FC-F44A-508C-353C-CAFF3CB2466C}"/>
              </a:ext>
            </a:extLst>
          </p:cNvPr>
          <p:cNvCxnSpPr>
            <a:cxnSpLocks/>
          </p:cNvCxnSpPr>
          <p:nvPr/>
        </p:nvCxnSpPr>
        <p:spPr>
          <a:xfrm>
            <a:off x="7203423" y="3809932"/>
            <a:ext cx="7715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直線コネクタ 304">
            <a:extLst>
              <a:ext uri="{FF2B5EF4-FFF2-40B4-BE49-F238E27FC236}">
                <a16:creationId xmlns:a16="http://schemas.microsoft.com/office/drawing/2014/main" id="{D423321A-B94A-709E-00AB-43F4FC789F8C}"/>
              </a:ext>
            </a:extLst>
          </p:cNvPr>
          <p:cNvCxnSpPr>
            <a:cxnSpLocks/>
          </p:cNvCxnSpPr>
          <p:nvPr/>
        </p:nvCxnSpPr>
        <p:spPr>
          <a:xfrm>
            <a:off x="7204549" y="3805525"/>
            <a:ext cx="539" cy="25190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直線コネクタ 305">
            <a:extLst>
              <a:ext uri="{FF2B5EF4-FFF2-40B4-BE49-F238E27FC236}">
                <a16:creationId xmlns:a16="http://schemas.microsoft.com/office/drawing/2014/main" id="{BE98B5BA-8BC3-C3FA-6092-CA9A061E5FF5}"/>
              </a:ext>
            </a:extLst>
          </p:cNvPr>
          <p:cNvCxnSpPr>
            <a:cxnSpLocks/>
          </p:cNvCxnSpPr>
          <p:nvPr/>
        </p:nvCxnSpPr>
        <p:spPr>
          <a:xfrm>
            <a:off x="6195743" y="3646807"/>
            <a:ext cx="15569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直線コネクタ 307">
            <a:extLst>
              <a:ext uri="{FF2B5EF4-FFF2-40B4-BE49-F238E27FC236}">
                <a16:creationId xmlns:a16="http://schemas.microsoft.com/office/drawing/2014/main" id="{5FD4ECFA-4664-689C-044E-4E6385E4F759}"/>
              </a:ext>
            </a:extLst>
          </p:cNvPr>
          <p:cNvCxnSpPr>
            <a:cxnSpLocks/>
            <a:stCxn id="47" idx="3"/>
          </p:cNvCxnSpPr>
          <p:nvPr/>
        </p:nvCxnSpPr>
        <p:spPr>
          <a:xfrm flipH="1">
            <a:off x="5897844" y="2512596"/>
            <a:ext cx="270" cy="7248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直線コネクタ 311">
            <a:extLst>
              <a:ext uri="{FF2B5EF4-FFF2-40B4-BE49-F238E27FC236}">
                <a16:creationId xmlns:a16="http://schemas.microsoft.com/office/drawing/2014/main" id="{99CE90B4-9827-433C-CAB9-E034FE98F29D}"/>
              </a:ext>
            </a:extLst>
          </p:cNvPr>
          <p:cNvCxnSpPr>
            <a:cxnSpLocks/>
          </p:cNvCxnSpPr>
          <p:nvPr/>
        </p:nvCxnSpPr>
        <p:spPr>
          <a:xfrm flipH="1">
            <a:off x="6563231" y="2511265"/>
            <a:ext cx="270" cy="7248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直線コネクタ 312">
            <a:extLst>
              <a:ext uri="{FF2B5EF4-FFF2-40B4-BE49-F238E27FC236}">
                <a16:creationId xmlns:a16="http://schemas.microsoft.com/office/drawing/2014/main" id="{F8004A5E-5B2D-DC04-1403-30AA8728F556}"/>
              </a:ext>
            </a:extLst>
          </p:cNvPr>
          <p:cNvCxnSpPr>
            <a:cxnSpLocks/>
          </p:cNvCxnSpPr>
          <p:nvPr/>
        </p:nvCxnSpPr>
        <p:spPr>
          <a:xfrm flipH="1">
            <a:off x="7492261" y="2508220"/>
            <a:ext cx="270" cy="7248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直線矢印コネクタ 313">
            <a:extLst>
              <a:ext uri="{FF2B5EF4-FFF2-40B4-BE49-F238E27FC236}">
                <a16:creationId xmlns:a16="http://schemas.microsoft.com/office/drawing/2014/main" id="{C4DF27EA-26CB-D662-5181-2E1054C75D67}"/>
              </a:ext>
            </a:extLst>
          </p:cNvPr>
          <p:cNvCxnSpPr>
            <a:cxnSpLocks/>
          </p:cNvCxnSpPr>
          <p:nvPr/>
        </p:nvCxnSpPr>
        <p:spPr>
          <a:xfrm>
            <a:off x="5896824" y="3151861"/>
            <a:ext cx="1904361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直線コネクタ 314">
            <a:extLst>
              <a:ext uri="{FF2B5EF4-FFF2-40B4-BE49-F238E27FC236}">
                <a16:creationId xmlns:a16="http://schemas.microsoft.com/office/drawing/2014/main" id="{6C8F5E4A-C26F-F7D2-DF2F-69C5EC38973C}"/>
              </a:ext>
            </a:extLst>
          </p:cNvPr>
          <p:cNvCxnSpPr>
            <a:cxnSpLocks/>
          </p:cNvCxnSpPr>
          <p:nvPr/>
        </p:nvCxnSpPr>
        <p:spPr>
          <a:xfrm flipH="1">
            <a:off x="5897334" y="3083131"/>
            <a:ext cx="270" cy="7248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直線コネクタ 315">
            <a:extLst>
              <a:ext uri="{FF2B5EF4-FFF2-40B4-BE49-F238E27FC236}">
                <a16:creationId xmlns:a16="http://schemas.microsoft.com/office/drawing/2014/main" id="{3E805DB0-9DE6-0706-C231-5071841CD455}"/>
              </a:ext>
            </a:extLst>
          </p:cNvPr>
          <p:cNvCxnSpPr>
            <a:cxnSpLocks/>
          </p:cNvCxnSpPr>
          <p:nvPr/>
        </p:nvCxnSpPr>
        <p:spPr>
          <a:xfrm flipH="1">
            <a:off x="6562721" y="3081800"/>
            <a:ext cx="270" cy="7248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直線コネクタ 316">
            <a:extLst>
              <a:ext uri="{FF2B5EF4-FFF2-40B4-BE49-F238E27FC236}">
                <a16:creationId xmlns:a16="http://schemas.microsoft.com/office/drawing/2014/main" id="{8AE33592-FB9F-3471-9D87-81DE62DF15D9}"/>
              </a:ext>
            </a:extLst>
          </p:cNvPr>
          <p:cNvCxnSpPr>
            <a:cxnSpLocks/>
          </p:cNvCxnSpPr>
          <p:nvPr/>
        </p:nvCxnSpPr>
        <p:spPr>
          <a:xfrm flipH="1">
            <a:off x="7491751" y="3078755"/>
            <a:ext cx="270" cy="7248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直線矢印コネクタ 317">
            <a:extLst>
              <a:ext uri="{FF2B5EF4-FFF2-40B4-BE49-F238E27FC236}">
                <a16:creationId xmlns:a16="http://schemas.microsoft.com/office/drawing/2014/main" id="{FEDB2740-041B-7D0C-7357-FE787E9C219F}"/>
              </a:ext>
            </a:extLst>
          </p:cNvPr>
          <p:cNvCxnSpPr>
            <a:cxnSpLocks/>
          </p:cNvCxnSpPr>
          <p:nvPr/>
        </p:nvCxnSpPr>
        <p:spPr>
          <a:xfrm>
            <a:off x="5914671" y="3997641"/>
            <a:ext cx="1889689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直線コネクタ 318">
            <a:extLst>
              <a:ext uri="{FF2B5EF4-FFF2-40B4-BE49-F238E27FC236}">
                <a16:creationId xmlns:a16="http://schemas.microsoft.com/office/drawing/2014/main" id="{1C7371C5-B30C-8899-21C1-9B9BA9109F8C}"/>
              </a:ext>
            </a:extLst>
          </p:cNvPr>
          <p:cNvCxnSpPr>
            <a:cxnSpLocks/>
          </p:cNvCxnSpPr>
          <p:nvPr/>
        </p:nvCxnSpPr>
        <p:spPr>
          <a:xfrm flipH="1">
            <a:off x="5915181" y="3928911"/>
            <a:ext cx="270" cy="7248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直線コネクタ 319">
            <a:extLst>
              <a:ext uri="{FF2B5EF4-FFF2-40B4-BE49-F238E27FC236}">
                <a16:creationId xmlns:a16="http://schemas.microsoft.com/office/drawing/2014/main" id="{D44154E1-A26B-96EF-1B0D-BEE1CA0C851D}"/>
              </a:ext>
            </a:extLst>
          </p:cNvPr>
          <p:cNvCxnSpPr>
            <a:cxnSpLocks/>
          </p:cNvCxnSpPr>
          <p:nvPr/>
        </p:nvCxnSpPr>
        <p:spPr>
          <a:xfrm flipH="1">
            <a:off x="6580568" y="3927580"/>
            <a:ext cx="270" cy="7248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直線コネクタ 320">
            <a:extLst>
              <a:ext uri="{FF2B5EF4-FFF2-40B4-BE49-F238E27FC236}">
                <a16:creationId xmlns:a16="http://schemas.microsoft.com/office/drawing/2014/main" id="{1D20F23D-578D-8FA4-58AE-A1D6BE2C4F60}"/>
              </a:ext>
            </a:extLst>
          </p:cNvPr>
          <p:cNvCxnSpPr>
            <a:cxnSpLocks/>
          </p:cNvCxnSpPr>
          <p:nvPr/>
        </p:nvCxnSpPr>
        <p:spPr>
          <a:xfrm flipH="1">
            <a:off x="7509598" y="3924535"/>
            <a:ext cx="270" cy="7248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" name="正方形/長方形 331">
            <a:extLst>
              <a:ext uri="{FF2B5EF4-FFF2-40B4-BE49-F238E27FC236}">
                <a16:creationId xmlns:a16="http://schemas.microsoft.com/office/drawing/2014/main" id="{FD03A963-1892-894E-013F-7AFA965CA299}"/>
              </a:ext>
            </a:extLst>
          </p:cNvPr>
          <p:cNvSpPr/>
          <p:nvPr/>
        </p:nvSpPr>
        <p:spPr>
          <a:xfrm>
            <a:off x="4572450" y="4251738"/>
            <a:ext cx="3506273" cy="1465411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3" name="テキスト ボックス 332">
            <a:extLst>
              <a:ext uri="{FF2B5EF4-FFF2-40B4-BE49-F238E27FC236}">
                <a16:creationId xmlns:a16="http://schemas.microsoft.com/office/drawing/2014/main" id="{5EF546D8-EB60-31E4-D4D8-4DF9FCB2C157}"/>
              </a:ext>
            </a:extLst>
          </p:cNvPr>
          <p:cNvSpPr txBox="1"/>
          <p:nvPr/>
        </p:nvSpPr>
        <p:spPr>
          <a:xfrm>
            <a:off x="4560172" y="4260153"/>
            <a:ext cx="20034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latin typeface="Cambria Math" panose="02040503050406030204" pitchFamily="18" charset="0"/>
                <a:ea typeface="Cambria Math" panose="02040503050406030204" pitchFamily="18" charset="0"/>
              </a:rPr>
              <a:t>(d) Quantizer(</a:t>
            </a:r>
            <a:r>
              <a:rPr kumimoji="1" lang="en-US" altLang="ja-JP" dirty="0"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US" altLang="ja-JP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endParaRPr lang="ja-JP" altLang="en-US" dirty="0">
              <a:latin typeface="Cambria Math" panose="02040503050406030204" pitchFamily="18" charset="0"/>
            </a:endParaRPr>
          </a:p>
        </p:txBody>
      </p:sp>
      <p:sp>
        <p:nvSpPr>
          <p:cNvPr id="334" name="楕円 333">
            <a:extLst>
              <a:ext uri="{FF2B5EF4-FFF2-40B4-BE49-F238E27FC236}">
                <a16:creationId xmlns:a16="http://schemas.microsoft.com/office/drawing/2014/main" id="{1A724BB2-1CCC-696E-4CF1-8C9E3D346691}"/>
              </a:ext>
            </a:extLst>
          </p:cNvPr>
          <p:cNvSpPr/>
          <p:nvPr/>
        </p:nvSpPr>
        <p:spPr>
          <a:xfrm>
            <a:off x="5223637" y="4822245"/>
            <a:ext cx="267802" cy="290515"/>
          </a:xfrm>
          <a:prstGeom prst="ellipse">
            <a:avLst/>
          </a:prstGeom>
          <a:noFill/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ysClr val="windowText" lastClr="000000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335" name="直線コネクタ 334">
            <a:extLst>
              <a:ext uri="{FF2B5EF4-FFF2-40B4-BE49-F238E27FC236}">
                <a16:creationId xmlns:a16="http://schemas.microsoft.com/office/drawing/2014/main" id="{3FB2630E-D50A-E9A3-9687-2CCCA1BBED4C}"/>
              </a:ext>
            </a:extLst>
          </p:cNvPr>
          <p:cNvCxnSpPr>
            <a:cxnSpLocks/>
            <a:stCxn id="334" idx="1"/>
            <a:endCxn id="334" idx="5"/>
          </p:cNvCxnSpPr>
          <p:nvPr/>
        </p:nvCxnSpPr>
        <p:spPr>
          <a:xfrm>
            <a:off x="5262856" y="4864790"/>
            <a:ext cx="189364" cy="205425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直線コネクタ 335">
            <a:extLst>
              <a:ext uri="{FF2B5EF4-FFF2-40B4-BE49-F238E27FC236}">
                <a16:creationId xmlns:a16="http://schemas.microsoft.com/office/drawing/2014/main" id="{1F3E2CD3-526D-F7CC-7E31-ACFE62FA43FC}"/>
              </a:ext>
            </a:extLst>
          </p:cNvPr>
          <p:cNvCxnSpPr>
            <a:cxnSpLocks/>
            <a:stCxn id="334" idx="7"/>
            <a:endCxn id="334" idx="3"/>
          </p:cNvCxnSpPr>
          <p:nvPr/>
        </p:nvCxnSpPr>
        <p:spPr>
          <a:xfrm flipH="1">
            <a:off x="5262856" y="4864790"/>
            <a:ext cx="189364" cy="205425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直線矢印コネクタ 336">
            <a:extLst>
              <a:ext uri="{FF2B5EF4-FFF2-40B4-BE49-F238E27FC236}">
                <a16:creationId xmlns:a16="http://schemas.microsoft.com/office/drawing/2014/main" id="{C81505EB-E764-D36F-057E-78F001D1A215}"/>
              </a:ext>
            </a:extLst>
          </p:cNvPr>
          <p:cNvCxnSpPr>
            <a:cxnSpLocks/>
            <a:endCxn id="334" idx="3"/>
          </p:cNvCxnSpPr>
          <p:nvPr/>
        </p:nvCxnSpPr>
        <p:spPr>
          <a:xfrm flipV="1">
            <a:off x="5118967" y="5070215"/>
            <a:ext cx="143889" cy="12536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直線矢印コネクタ 337">
            <a:extLst>
              <a:ext uri="{FF2B5EF4-FFF2-40B4-BE49-F238E27FC236}">
                <a16:creationId xmlns:a16="http://schemas.microsoft.com/office/drawing/2014/main" id="{2E2C4FE4-1780-E24A-47C8-0A38115AD8A1}"/>
              </a:ext>
            </a:extLst>
          </p:cNvPr>
          <p:cNvCxnSpPr>
            <a:cxnSpLocks/>
            <a:endCxn id="334" idx="1"/>
          </p:cNvCxnSpPr>
          <p:nvPr/>
        </p:nvCxnSpPr>
        <p:spPr>
          <a:xfrm>
            <a:off x="5140729" y="4739430"/>
            <a:ext cx="122127" cy="12536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直線コネクタ 338">
            <a:extLst>
              <a:ext uri="{FF2B5EF4-FFF2-40B4-BE49-F238E27FC236}">
                <a16:creationId xmlns:a16="http://schemas.microsoft.com/office/drawing/2014/main" id="{404D505E-CC54-A783-07CE-028204A09FC0}"/>
              </a:ext>
            </a:extLst>
          </p:cNvPr>
          <p:cNvCxnSpPr>
            <a:cxnSpLocks/>
          </p:cNvCxnSpPr>
          <p:nvPr/>
        </p:nvCxnSpPr>
        <p:spPr>
          <a:xfrm flipH="1">
            <a:off x="4925373" y="4739430"/>
            <a:ext cx="21547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直線コネクタ 339">
            <a:extLst>
              <a:ext uri="{FF2B5EF4-FFF2-40B4-BE49-F238E27FC236}">
                <a16:creationId xmlns:a16="http://schemas.microsoft.com/office/drawing/2014/main" id="{BEBFC32C-36CA-ADBA-D395-4FAD7EA6DFBE}"/>
              </a:ext>
            </a:extLst>
          </p:cNvPr>
          <p:cNvCxnSpPr>
            <a:cxnSpLocks/>
          </p:cNvCxnSpPr>
          <p:nvPr/>
        </p:nvCxnSpPr>
        <p:spPr>
          <a:xfrm flipH="1">
            <a:off x="4904946" y="5190404"/>
            <a:ext cx="21547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1" name="テキスト ボックス 340">
            <a:extLst>
              <a:ext uri="{FF2B5EF4-FFF2-40B4-BE49-F238E27FC236}">
                <a16:creationId xmlns:a16="http://schemas.microsoft.com/office/drawing/2014/main" id="{FAD586C1-4B86-0201-F6A3-8F2458813DE9}"/>
              </a:ext>
            </a:extLst>
          </p:cNvPr>
          <p:cNvSpPr txBox="1"/>
          <p:nvPr/>
        </p:nvSpPr>
        <p:spPr>
          <a:xfrm>
            <a:off x="4708921" y="4578576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>
                <a:latin typeface="Cambria Math" panose="02040503050406030204" pitchFamily="18" charset="0"/>
                <a:ea typeface="Cambria Math" panose="02040503050406030204" pitchFamily="18" charset="0"/>
              </a:rPr>
              <a:t>y</a:t>
            </a:r>
            <a:endParaRPr kumimoji="1" lang="ja-JP" altLang="en-US" sz="1200">
              <a:latin typeface="Cambria Math" panose="02040503050406030204" pitchFamily="18" charset="0"/>
            </a:endParaRPr>
          </a:p>
        </p:txBody>
      </p:sp>
      <p:sp>
        <p:nvSpPr>
          <p:cNvPr id="342" name="テキスト ボックス 341">
            <a:extLst>
              <a:ext uri="{FF2B5EF4-FFF2-40B4-BE49-F238E27FC236}">
                <a16:creationId xmlns:a16="http://schemas.microsoft.com/office/drawing/2014/main" id="{BE51266C-FDD9-0983-71F1-AA7662762742}"/>
              </a:ext>
            </a:extLst>
          </p:cNvPr>
          <p:cNvSpPr txBox="1"/>
          <p:nvPr/>
        </p:nvSpPr>
        <p:spPr>
          <a:xfrm>
            <a:off x="4674983" y="5036745"/>
            <a:ext cx="2503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>
                <a:latin typeface="Cambria Math" panose="02040503050406030204" pitchFamily="18" charset="0"/>
                <a:ea typeface="Cambria Math" panose="02040503050406030204" pitchFamily="18" charset="0"/>
              </a:rPr>
              <a:t>s</a:t>
            </a:r>
            <a:endParaRPr kumimoji="1" lang="ja-JP" altLang="en-US" sz="1200">
              <a:latin typeface="Cambria Math" panose="02040503050406030204" pitchFamily="18" charset="0"/>
            </a:endParaRPr>
          </a:p>
        </p:txBody>
      </p:sp>
      <p:sp>
        <p:nvSpPr>
          <p:cNvPr id="343" name="正方形/長方形 342">
            <a:extLst>
              <a:ext uri="{FF2B5EF4-FFF2-40B4-BE49-F238E27FC236}">
                <a16:creationId xmlns:a16="http://schemas.microsoft.com/office/drawing/2014/main" id="{9AF4FA51-8891-A661-4F74-F3C0BF6D353D}"/>
              </a:ext>
            </a:extLst>
          </p:cNvPr>
          <p:cNvSpPr/>
          <p:nvPr/>
        </p:nvSpPr>
        <p:spPr>
          <a:xfrm rot="5400000">
            <a:off x="5722287" y="4800833"/>
            <a:ext cx="274243" cy="336732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ja-JP" sz="1100" b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&gt;&gt;</a:t>
            </a:r>
            <a:endParaRPr kumimoji="1" lang="ja-JP" altLang="en-US" sz="1100" b="1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344" name="テキスト ボックス 343">
            <a:extLst>
              <a:ext uri="{FF2B5EF4-FFF2-40B4-BE49-F238E27FC236}">
                <a16:creationId xmlns:a16="http://schemas.microsoft.com/office/drawing/2014/main" id="{428E2425-A5E8-EFF2-2F16-14A571D2B1DA}"/>
              </a:ext>
            </a:extLst>
          </p:cNvPr>
          <p:cNvSpPr txBox="1"/>
          <p:nvPr/>
        </p:nvSpPr>
        <p:spPr>
          <a:xfrm>
            <a:off x="4573811" y="5272688"/>
            <a:ext cx="612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shift-1</a:t>
            </a:r>
            <a:endParaRPr kumimoji="1" lang="ja-JP" altLang="en-US" sz="1200" dirty="0">
              <a:latin typeface="Cambria Math" panose="02040503050406030204" pitchFamily="18" charset="0"/>
            </a:endParaRPr>
          </a:p>
        </p:txBody>
      </p:sp>
      <p:cxnSp>
        <p:nvCxnSpPr>
          <p:cNvPr id="345" name="直線矢印コネクタ 344">
            <a:extLst>
              <a:ext uri="{FF2B5EF4-FFF2-40B4-BE49-F238E27FC236}">
                <a16:creationId xmlns:a16="http://schemas.microsoft.com/office/drawing/2014/main" id="{A2DDE5B8-080F-5457-EA52-3D152DD1C919}"/>
              </a:ext>
            </a:extLst>
          </p:cNvPr>
          <p:cNvCxnSpPr>
            <a:cxnSpLocks/>
          </p:cNvCxnSpPr>
          <p:nvPr/>
        </p:nvCxnSpPr>
        <p:spPr>
          <a:xfrm flipV="1">
            <a:off x="5794122" y="5101602"/>
            <a:ext cx="0" cy="3260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直線矢印コネクタ 345">
            <a:extLst>
              <a:ext uri="{FF2B5EF4-FFF2-40B4-BE49-F238E27FC236}">
                <a16:creationId xmlns:a16="http://schemas.microsoft.com/office/drawing/2014/main" id="{EE251350-D73D-AE95-8B66-BAAA25E60AE3}"/>
              </a:ext>
            </a:extLst>
          </p:cNvPr>
          <p:cNvCxnSpPr>
            <a:cxnSpLocks/>
            <a:stCxn id="334" idx="6"/>
            <a:endCxn id="343" idx="2"/>
          </p:cNvCxnSpPr>
          <p:nvPr/>
        </p:nvCxnSpPr>
        <p:spPr>
          <a:xfrm>
            <a:off x="5491439" y="4967503"/>
            <a:ext cx="199604" cy="169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直線コネクタ 346">
            <a:extLst>
              <a:ext uri="{FF2B5EF4-FFF2-40B4-BE49-F238E27FC236}">
                <a16:creationId xmlns:a16="http://schemas.microsoft.com/office/drawing/2014/main" id="{1FB281E6-4694-6A5E-0779-3F117E818351}"/>
              </a:ext>
            </a:extLst>
          </p:cNvPr>
          <p:cNvCxnSpPr>
            <a:cxnSpLocks/>
          </p:cNvCxnSpPr>
          <p:nvPr/>
        </p:nvCxnSpPr>
        <p:spPr>
          <a:xfrm flipH="1" flipV="1">
            <a:off x="5104840" y="5423512"/>
            <a:ext cx="689282" cy="409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" name="楕円 347">
            <a:extLst>
              <a:ext uri="{FF2B5EF4-FFF2-40B4-BE49-F238E27FC236}">
                <a16:creationId xmlns:a16="http://schemas.microsoft.com/office/drawing/2014/main" id="{38D2E710-6085-5D94-DE41-76767E1CE36A}"/>
              </a:ext>
            </a:extLst>
          </p:cNvPr>
          <p:cNvSpPr/>
          <p:nvPr/>
        </p:nvSpPr>
        <p:spPr>
          <a:xfrm>
            <a:off x="6482718" y="5034105"/>
            <a:ext cx="267802" cy="290515"/>
          </a:xfrm>
          <a:prstGeom prst="ellipse">
            <a:avLst/>
          </a:prstGeom>
          <a:noFill/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ysClr val="windowText" lastClr="000000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349" name="直線コネクタ 348">
            <a:extLst>
              <a:ext uri="{FF2B5EF4-FFF2-40B4-BE49-F238E27FC236}">
                <a16:creationId xmlns:a16="http://schemas.microsoft.com/office/drawing/2014/main" id="{E2E3F687-83D5-C25A-F84B-9BEA67063F38}"/>
              </a:ext>
            </a:extLst>
          </p:cNvPr>
          <p:cNvCxnSpPr>
            <a:cxnSpLocks/>
            <a:stCxn id="348" idx="0"/>
            <a:endCxn id="348" idx="4"/>
          </p:cNvCxnSpPr>
          <p:nvPr/>
        </p:nvCxnSpPr>
        <p:spPr>
          <a:xfrm>
            <a:off x="6616619" y="5034105"/>
            <a:ext cx="0" cy="290515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直線コネクタ 349">
            <a:extLst>
              <a:ext uri="{FF2B5EF4-FFF2-40B4-BE49-F238E27FC236}">
                <a16:creationId xmlns:a16="http://schemas.microsoft.com/office/drawing/2014/main" id="{9BC7B8E1-59C5-8E9C-F49E-950CFC717576}"/>
              </a:ext>
            </a:extLst>
          </p:cNvPr>
          <p:cNvCxnSpPr>
            <a:cxnSpLocks/>
            <a:stCxn id="348" idx="6"/>
            <a:endCxn id="348" idx="2"/>
          </p:cNvCxnSpPr>
          <p:nvPr/>
        </p:nvCxnSpPr>
        <p:spPr>
          <a:xfrm flipH="1">
            <a:off x="6482718" y="5179363"/>
            <a:ext cx="267802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1" name="正方形/長方形 350">
            <a:extLst>
              <a:ext uri="{FF2B5EF4-FFF2-40B4-BE49-F238E27FC236}">
                <a16:creationId xmlns:a16="http://schemas.microsoft.com/office/drawing/2014/main" id="{3602D254-EE0F-7738-3CBF-ED0AE2E81049}"/>
              </a:ext>
            </a:extLst>
          </p:cNvPr>
          <p:cNvSpPr/>
          <p:nvPr/>
        </p:nvSpPr>
        <p:spPr>
          <a:xfrm rot="5400000">
            <a:off x="5994068" y="5299041"/>
            <a:ext cx="274243" cy="274926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ja-JP" sz="14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</a:p>
        </p:txBody>
      </p:sp>
      <p:cxnSp>
        <p:nvCxnSpPr>
          <p:cNvPr id="352" name="直線矢印コネクタ 351">
            <a:extLst>
              <a:ext uri="{FF2B5EF4-FFF2-40B4-BE49-F238E27FC236}">
                <a16:creationId xmlns:a16="http://schemas.microsoft.com/office/drawing/2014/main" id="{7029C357-DBFB-EF25-5A97-D38E8E09C72D}"/>
              </a:ext>
            </a:extLst>
          </p:cNvPr>
          <p:cNvCxnSpPr>
            <a:cxnSpLocks/>
            <a:endCxn id="348" idx="3"/>
          </p:cNvCxnSpPr>
          <p:nvPr/>
        </p:nvCxnSpPr>
        <p:spPr>
          <a:xfrm flipV="1">
            <a:off x="6412089" y="5282075"/>
            <a:ext cx="109848" cy="1544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直線コネクタ 352">
            <a:extLst>
              <a:ext uri="{FF2B5EF4-FFF2-40B4-BE49-F238E27FC236}">
                <a16:creationId xmlns:a16="http://schemas.microsoft.com/office/drawing/2014/main" id="{7E443BD9-6E7C-27CA-055E-EDE3E9BB44C3}"/>
              </a:ext>
            </a:extLst>
          </p:cNvPr>
          <p:cNvCxnSpPr>
            <a:cxnSpLocks/>
          </p:cNvCxnSpPr>
          <p:nvPr/>
        </p:nvCxnSpPr>
        <p:spPr>
          <a:xfrm flipH="1">
            <a:off x="6273476" y="5436503"/>
            <a:ext cx="82207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直線コネクタ 353">
            <a:extLst>
              <a:ext uri="{FF2B5EF4-FFF2-40B4-BE49-F238E27FC236}">
                <a16:creationId xmlns:a16="http://schemas.microsoft.com/office/drawing/2014/main" id="{8024DEC9-5F85-0B69-18A0-70BF21F904F6}"/>
              </a:ext>
            </a:extLst>
          </p:cNvPr>
          <p:cNvCxnSpPr>
            <a:cxnSpLocks/>
            <a:endCxn id="343" idx="0"/>
          </p:cNvCxnSpPr>
          <p:nvPr/>
        </p:nvCxnSpPr>
        <p:spPr>
          <a:xfrm flipH="1">
            <a:off x="6027775" y="4964480"/>
            <a:ext cx="384314" cy="472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直線矢印コネクタ 354">
            <a:extLst>
              <a:ext uri="{FF2B5EF4-FFF2-40B4-BE49-F238E27FC236}">
                <a16:creationId xmlns:a16="http://schemas.microsoft.com/office/drawing/2014/main" id="{CC72B61D-ED9D-B344-B19E-838642E37EF7}"/>
              </a:ext>
            </a:extLst>
          </p:cNvPr>
          <p:cNvCxnSpPr>
            <a:cxnSpLocks/>
            <a:endCxn id="348" idx="1"/>
          </p:cNvCxnSpPr>
          <p:nvPr/>
        </p:nvCxnSpPr>
        <p:spPr>
          <a:xfrm>
            <a:off x="6409005" y="4958613"/>
            <a:ext cx="112932" cy="11803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直線矢印コネクタ 355">
            <a:extLst>
              <a:ext uri="{FF2B5EF4-FFF2-40B4-BE49-F238E27FC236}">
                <a16:creationId xmlns:a16="http://schemas.microsoft.com/office/drawing/2014/main" id="{087508C7-BC41-0935-9CFE-2A6113113A00}"/>
              </a:ext>
            </a:extLst>
          </p:cNvPr>
          <p:cNvCxnSpPr>
            <a:cxnSpLocks/>
            <a:stCxn id="348" idx="6"/>
            <a:endCxn id="357" idx="2"/>
          </p:cNvCxnSpPr>
          <p:nvPr/>
        </p:nvCxnSpPr>
        <p:spPr>
          <a:xfrm flipV="1">
            <a:off x="6750520" y="5175246"/>
            <a:ext cx="176662" cy="411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7" name="正方形/長方形 356">
            <a:extLst>
              <a:ext uri="{FF2B5EF4-FFF2-40B4-BE49-F238E27FC236}">
                <a16:creationId xmlns:a16="http://schemas.microsoft.com/office/drawing/2014/main" id="{AA845E0D-F0CB-9955-546C-AFD240022E36}"/>
              </a:ext>
            </a:extLst>
          </p:cNvPr>
          <p:cNvSpPr/>
          <p:nvPr/>
        </p:nvSpPr>
        <p:spPr>
          <a:xfrm rot="5400000">
            <a:off x="6958426" y="5006879"/>
            <a:ext cx="274243" cy="336732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ja-JP" sz="1100" b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&gt;&gt;</a:t>
            </a:r>
            <a:endParaRPr kumimoji="1" lang="ja-JP" altLang="en-US" sz="1100" b="1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358" name="楕円 357">
            <a:extLst>
              <a:ext uri="{FF2B5EF4-FFF2-40B4-BE49-F238E27FC236}">
                <a16:creationId xmlns:a16="http://schemas.microsoft.com/office/drawing/2014/main" id="{A38C8A34-2A92-4E16-D012-6BFCE1E1BA06}"/>
              </a:ext>
            </a:extLst>
          </p:cNvPr>
          <p:cNvSpPr/>
          <p:nvPr/>
        </p:nvSpPr>
        <p:spPr>
          <a:xfrm>
            <a:off x="6392243" y="5413644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59" name="直線矢印コネクタ 358">
            <a:extLst>
              <a:ext uri="{FF2B5EF4-FFF2-40B4-BE49-F238E27FC236}">
                <a16:creationId xmlns:a16="http://schemas.microsoft.com/office/drawing/2014/main" id="{2DE80C86-A521-FA45-AC58-B8722895EFC9}"/>
              </a:ext>
            </a:extLst>
          </p:cNvPr>
          <p:cNvCxnSpPr>
            <a:cxnSpLocks/>
            <a:endCxn id="357" idx="3"/>
          </p:cNvCxnSpPr>
          <p:nvPr/>
        </p:nvCxnSpPr>
        <p:spPr>
          <a:xfrm flipV="1">
            <a:off x="7095548" y="5312367"/>
            <a:ext cx="0" cy="12413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直線矢印コネクタ 359">
            <a:extLst>
              <a:ext uri="{FF2B5EF4-FFF2-40B4-BE49-F238E27FC236}">
                <a16:creationId xmlns:a16="http://schemas.microsoft.com/office/drawing/2014/main" id="{6B26265A-6C62-68AE-D542-C29C0F5C5275}"/>
              </a:ext>
            </a:extLst>
          </p:cNvPr>
          <p:cNvCxnSpPr>
            <a:cxnSpLocks/>
          </p:cNvCxnSpPr>
          <p:nvPr/>
        </p:nvCxnSpPr>
        <p:spPr>
          <a:xfrm>
            <a:off x="7263914" y="5190404"/>
            <a:ext cx="17541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テキスト ボックス 360">
            <a:extLst>
              <a:ext uri="{FF2B5EF4-FFF2-40B4-BE49-F238E27FC236}">
                <a16:creationId xmlns:a16="http://schemas.microsoft.com/office/drawing/2014/main" id="{428F1AF4-056A-5D25-0C79-F8E225C808E3}"/>
              </a:ext>
            </a:extLst>
          </p:cNvPr>
          <p:cNvSpPr txBox="1"/>
          <p:nvPr/>
        </p:nvSpPr>
        <p:spPr>
          <a:xfrm>
            <a:off x="7376964" y="5035367"/>
            <a:ext cx="3452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err="1">
                <a:latin typeface="Cambria Math" panose="02040503050406030204" pitchFamily="18" charset="0"/>
                <a:ea typeface="Cambria Math" panose="02040503050406030204" pitchFamily="18" charset="0"/>
              </a:rPr>
              <a:t>qy</a:t>
            </a:r>
            <a:endParaRPr kumimoji="1" lang="ja-JP" altLang="en-US" sz="1200">
              <a:latin typeface="Cambria Math" panose="02040503050406030204" pitchFamily="18" charset="0"/>
            </a:endParaRPr>
          </a:p>
        </p:txBody>
      </p:sp>
      <p:sp>
        <p:nvSpPr>
          <p:cNvPr id="362" name="正方形/長方形 361">
            <a:extLst>
              <a:ext uri="{FF2B5EF4-FFF2-40B4-BE49-F238E27FC236}">
                <a16:creationId xmlns:a16="http://schemas.microsoft.com/office/drawing/2014/main" id="{7F404670-6AD2-DDAC-0C11-AC6A95C15944}"/>
              </a:ext>
            </a:extLst>
          </p:cNvPr>
          <p:cNvSpPr/>
          <p:nvPr/>
        </p:nvSpPr>
        <p:spPr>
          <a:xfrm rot="5400000">
            <a:off x="2626311" y="438257"/>
            <a:ext cx="321806" cy="3078877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Controller</a:t>
            </a:r>
            <a:endParaRPr kumimoji="1" lang="ja-JP" altLang="en-US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363" name="正方形/長方形 362">
            <a:extLst>
              <a:ext uri="{FF2B5EF4-FFF2-40B4-BE49-F238E27FC236}">
                <a16:creationId xmlns:a16="http://schemas.microsoft.com/office/drawing/2014/main" id="{343A83FC-CDD7-832E-6339-4577F9032B7E}"/>
              </a:ext>
            </a:extLst>
          </p:cNvPr>
          <p:cNvSpPr/>
          <p:nvPr/>
        </p:nvSpPr>
        <p:spPr>
          <a:xfrm rot="16200000">
            <a:off x="1006990" y="2589463"/>
            <a:ext cx="1174524" cy="720946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PARAM</a:t>
            </a:r>
          </a:p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FIFO</a:t>
            </a:r>
          </a:p>
        </p:txBody>
      </p:sp>
      <p:sp>
        <p:nvSpPr>
          <p:cNvPr id="364" name="正方形/長方形 363">
            <a:extLst>
              <a:ext uri="{FF2B5EF4-FFF2-40B4-BE49-F238E27FC236}">
                <a16:creationId xmlns:a16="http://schemas.microsoft.com/office/drawing/2014/main" id="{2E2F48B8-1D67-3DCB-06D6-EB92F27BA909}"/>
              </a:ext>
            </a:extLst>
          </p:cNvPr>
          <p:cNvSpPr/>
          <p:nvPr/>
        </p:nvSpPr>
        <p:spPr>
          <a:xfrm>
            <a:off x="2194971" y="2361456"/>
            <a:ext cx="2105950" cy="1168645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CORE</a:t>
            </a:r>
          </a:p>
        </p:txBody>
      </p:sp>
      <p:sp>
        <p:nvSpPr>
          <p:cNvPr id="365" name="正方形/長方形 364">
            <a:extLst>
              <a:ext uri="{FF2B5EF4-FFF2-40B4-BE49-F238E27FC236}">
                <a16:creationId xmlns:a16="http://schemas.microsoft.com/office/drawing/2014/main" id="{5FC1A168-FA8F-F5CB-6832-18E25A21FE4D}"/>
              </a:ext>
            </a:extLst>
          </p:cNvPr>
          <p:cNvSpPr/>
          <p:nvPr/>
        </p:nvSpPr>
        <p:spPr>
          <a:xfrm rot="16200000">
            <a:off x="3074797" y="2791553"/>
            <a:ext cx="369333" cy="2128983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ambria Math" panose="02040503050406030204" pitchFamily="18" charset="0"/>
              </a:rPr>
              <a:t>XFIFO</a:t>
            </a:r>
            <a:endParaRPr kumimoji="1" lang="ja-JP" altLang="en-US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366" name="直線矢印コネクタ 365">
            <a:extLst>
              <a:ext uri="{FF2B5EF4-FFF2-40B4-BE49-F238E27FC236}">
                <a16:creationId xmlns:a16="http://schemas.microsoft.com/office/drawing/2014/main" id="{2D8FD1D4-E662-F4D3-D6F7-A476159161E3}"/>
              </a:ext>
            </a:extLst>
          </p:cNvPr>
          <p:cNvCxnSpPr>
            <a:cxnSpLocks/>
            <a:stCxn id="363" idx="2"/>
            <a:endCxn id="364" idx="1"/>
          </p:cNvCxnSpPr>
          <p:nvPr/>
        </p:nvCxnSpPr>
        <p:spPr>
          <a:xfrm flipV="1">
            <a:off x="1954725" y="2945779"/>
            <a:ext cx="240246" cy="415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直線矢印コネクタ 367">
            <a:extLst>
              <a:ext uri="{FF2B5EF4-FFF2-40B4-BE49-F238E27FC236}">
                <a16:creationId xmlns:a16="http://schemas.microsoft.com/office/drawing/2014/main" id="{910DD88B-E4D7-6B5C-078E-2EC13B92D0E7}"/>
              </a:ext>
            </a:extLst>
          </p:cNvPr>
          <p:cNvCxnSpPr>
            <a:cxnSpLocks/>
          </p:cNvCxnSpPr>
          <p:nvPr/>
        </p:nvCxnSpPr>
        <p:spPr>
          <a:xfrm>
            <a:off x="3522440" y="3530102"/>
            <a:ext cx="0" cy="13544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直線矢印コネクタ 370">
            <a:extLst>
              <a:ext uri="{FF2B5EF4-FFF2-40B4-BE49-F238E27FC236}">
                <a16:creationId xmlns:a16="http://schemas.microsoft.com/office/drawing/2014/main" id="{436D68AD-0B03-B62F-EAEF-81A2E09B6483}"/>
              </a:ext>
            </a:extLst>
          </p:cNvPr>
          <p:cNvCxnSpPr>
            <a:cxnSpLocks/>
          </p:cNvCxnSpPr>
          <p:nvPr/>
        </p:nvCxnSpPr>
        <p:spPr>
          <a:xfrm flipV="1">
            <a:off x="2969990" y="3532201"/>
            <a:ext cx="0" cy="14763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直線矢印コネクタ 377">
            <a:extLst>
              <a:ext uri="{FF2B5EF4-FFF2-40B4-BE49-F238E27FC236}">
                <a16:creationId xmlns:a16="http://schemas.microsoft.com/office/drawing/2014/main" id="{2BF91482-F3A6-86D5-C6CA-782CF1F9CC9E}"/>
              </a:ext>
            </a:extLst>
          </p:cNvPr>
          <p:cNvCxnSpPr>
            <a:cxnSpLocks/>
            <a:endCxn id="365" idx="0"/>
          </p:cNvCxnSpPr>
          <p:nvPr/>
        </p:nvCxnSpPr>
        <p:spPr>
          <a:xfrm>
            <a:off x="1607127" y="3856044"/>
            <a:ext cx="58784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1" name="テキスト ボックス 380">
            <a:extLst>
              <a:ext uri="{FF2B5EF4-FFF2-40B4-BE49-F238E27FC236}">
                <a16:creationId xmlns:a16="http://schemas.microsoft.com/office/drawing/2014/main" id="{FAB33EA1-D73C-C297-FB1B-762C3D54EE16}"/>
              </a:ext>
            </a:extLst>
          </p:cNvPr>
          <p:cNvSpPr txBox="1"/>
          <p:nvPr/>
        </p:nvSpPr>
        <p:spPr>
          <a:xfrm>
            <a:off x="1207454" y="3718808"/>
            <a:ext cx="53954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100" dirty="0">
                <a:latin typeface="Cambria Math" panose="02040503050406030204" pitchFamily="18" charset="0"/>
                <a:ea typeface="Cambria Math" panose="02040503050406030204" pitchFamily="18" charset="0"/>
              </a:rPr>
              <a:t>pixel</a:t>
            </a:r>
            <a:endParaRPr lang="ja-JP" altLang="en-US" sz="1100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EA95956-D2B3-8327-7E81-0A015510ED32}"/>
              </a:ext>
            </a:extLst>
          </p:cNvPr>
          <p:cNvSpPr/>
          <p:nvPr/>
        </p:nvSpPr>
        <p:spPr>
          <a:xfrm>
            <a:off x="2286181" y="2745393"/>
            <a:ext cx="612894" cy="532696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OPU</a:t>
            </a:r>
          </a:p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8×8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8CFEE66-CCD8-7430-18CE-D6AEFF94FDB7}"/>
              </a:ext>
            </a:extLst>
          </p:cNvPr>
          <p:cNvSpPr/>
          <p:nvPr/>
        </p:nvSpPr>
        <p:spPr>
          <a:xfrm>
            <a:off x="2975733" y="2745393"/>
            <a:ext cx="612894" cy="532696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kumimoji="1" lang="en-US" altLang="ja-JP" sz="1400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ReLU</a:t>
            </a:r>
            <a:endParaRPr kumimoji="1" lang="en-US" altLang="ja-JP" sz="14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8×8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13AB09D-3C88-A46A-1453-EE208B20E8AD}"/>
              </a:ext>
            </a:extLst>
          </p:cNvPr>
          <p:cNvSpPr/>
          <p:nvPr/>
        </p:nvSpPr>
        <p:spPr>
          <a:xfrm>
            <a:off x="3665286" y="2745393"/>
            <a:ext cx="612894" cy="532696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</a:p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8×8</a:t>
            </a: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DB3397FF-C977-5785-AFF3-FE5D9AD5E625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2899075" y="3011741"/>
            <a:ext cx="7665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A53E332A-C5FD-0938-3C66-067F1AE3096C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3588627" y="3011741"/>
            <a:ext cx="7665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8429589"/>
      </p:ext>
    </p:extLst>
  </p:cSld>
  <p:clrMapOvr>
    <a:masterClrMapping/>
  </p:clrMapOvr>
</p:sld>
</file>

<file path=ppt/theme/theme1.xml><?xml version="1.0" encoding="utf-8"?>
<a:theme xmlns:a="http://schemas.openxmlformats.org/drawingml/2006/main" name="lab_example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2">
      <a:majorFont>
        <a:latin typeface="Segoe UI"/>
        <a:ea typeface="Meiryo UI"/>
        <a:cs typeface=""/>
      </a:majorFont>
      <a:minorFont>
        <a:latin typeface="Segoe UI"/>
        <a:ea typeface="Meiryo UI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  <a:headEnd type="none" w="med" len="med"/>
          <a:tailEnd type="triangle" w="med" len="med"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lab_example" id="{8E190DFB-804B-4168-BA30-C053E55BED11}" vid="{F681CDC7-B083-4633-84C4-2BABAEC718C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lab_example</Template>
  <TotalTime>2460</TotalTime>
  <Words>1493</Words>
  <Application>Microsoft Office PowerPoint</Application>
  <PresentationFormat>ワイド画面</PresentationFormat>
  <Paragraphs>354</Paragraphs>
  <Slides>13</Slides>
  <Notes>3</Notes>
  <HiddenSlides>4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22" baseType="lpstr">
      <vt:lpstr>Meiryo UI</vt:lpstr>
      <vt:lpstr>Segoe UI 本文</vt:lpstr>
      <vt:lpstr>メイリオ</vt:lpstr>
      <vt:lpstr>游ゴシック</vt:lpstr>
      <vt:lpstr>Arial</vt:lpstr>
      <vt:lpstr>Cambria Math</vt:lpstr>
      <vt:lpstr>Segoe UI</vt:lpstr>
      <vt:lpstr>Wingdings</vt:lpstr>
      <vt:lpstr>lab_example</vt:lpstr>
      <vt:lpstr>Schedule</vt:lpstr>
      <vt:lpstr>Goal (Final Presentation)</vt:lpstr>
      <vt:lpstr>Purpose</vt:lpstr>
      <vt:lpstr>Design Flow and Tools</vt:lpstr>
      <vt:lpstr>MLP Structure</vt:lpstr>
      <vt:lpstr>RTL Model</vt:lpstr>
      <vt:lpstr>FSM Controller</vt:lpstr>
      <vt:lpstr>FSM Controller</vt:lpstr>
      <vt:lpstr>概算</vt:lpstr>
      <vt:lpstr>Time Spent on This Project</vt:lpstr>
      <vt:lpstr>Multi-Layer Perceptron (MLP)</vt:lpstr>
      <vt:lpstr>Outer Product Unit (OPU)</vt:lpstr>
      <vt:lpstr>Circuit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just an example. You can use your preferred template. </dc:title>
  <dc:creator>Yoichi Tomioka</dc:creator>
  <cp:lastModifiedBy>Kyoji AWAKI</cp:lastModifiedBy>
  <cp:revision>1</cp:revision>
  <dcterms:created xsi:type="dcterms:W3CDTF">2024-04-24T09:17:26Z</dcterms:created>
  <dcterms:modified xsi:type="dcterms:W3CDTF">2025-12-22T06:12:41Z</dcterms:modified>
</cp:coreProperties>
</file>