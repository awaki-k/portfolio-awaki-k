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B88DB-FA9D-4CDD-BEC2-8A782A149B09}" type="datetimeFigureOut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CE26-C1B7-4CA4-8AF3-C6E173928B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02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6E8B9A9-B003-1E49-15E9-A5224EA88A72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" y="960699"/>
            <a:ext cx="11809312" cy="2933028"/>
          </a:xfrm>
          <a:prstGeom prst="rect">
            <a:avLst/>
          </a:prstGeo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344" y="4896091"/>
            <a:ext cx="11809312" cy="118351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3ABFEF-B720-94DB-0548-94ACBB7B804F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D756773-9611-E030-5B51-D4FEAC722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74" y="184924"/>
            <a:ext cx="4409440" cy="440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E982B3B9-4929-D68F-4208-3FD4CC56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470" y="6184850"/>
            <a:ext cx="2743200" cy="57135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</a:lstStyle>
          <a:p>
            <a:fld id="{BD5AA126-40BA-49D0-8827-5761D56CFA7B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" y="260062"/>
            <a:ext cx="5423222" cy="41127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 sz="2000" b="1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91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D5CB1C4-A92B-4D20-312B-C804FFB6E262}"/>
              </a:ext>
            </a:extLst>
          </p:cNvPr>
          <p:cNvSpPr/>
          <p:nvPr/>
        </p:nvSpPr>
        <p:spPr>
          <a:xfrm>
            <a:off x="0" y="0"/>
            <a:ext cx="12192000" cy="1076446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B0151-1B0B-2065-45A3-3F32E8828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240" y="2995295"/>
            <a:ext cx="3931920" cy="374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1193078"/>
            <a:ext cx="11809312" cy="5548289"/>
          </a:xfrm>
        </p:spPr>
        <p:txBody>
          <a:bodyPr>
            <a:normAutofit/>
          </a:bodyPr>
          <a:lstStyle>
            <a:lvl1pPr marL="358775" indent="-358775">
              <a:defRPr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25475" indent="-319088"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90588" indent="-311150"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68400" indent="-317500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435100" indent="-320675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E6AC7C-91E8-4496-BCEC-914588B0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651" y="46300"/>
            <a:ext cx="1051005" cy="1030146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r">
              <a:defRPr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F679DF-794E-5AA6-536A-160FDD46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46300"/>
            <a:ext cx="10758307" cy="995423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99C52-4AF7-4BBF-8B83-8A3AA37A7047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07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915586-6A2A-46E6-B8F7-209115F20AAB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87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7F7-E66F-4E3E-9DE6-51955E550192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59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6C066B-637E-4711-A017-1D202516B419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2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CDBE3-6D56-4D72-B1AF-93CEBAF56DDE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11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E4D057-593C-48C1-A839-C21915D75991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27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D3A080-2354-4D56-9C07-302D40ADAC1E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07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AE283-B754-4183-B8F1-2D163B9FF76A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19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24D328-F253-4EC4-9A09-EAB03EEC784B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82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908720"/>
            <a:ext cx="11809312" cy="526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3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tabLst>
          <a:tab pos="1343025" algn="l"/>
        </a:tabLst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8BE663-9FFD-439C-89C1-A07BA42640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This is just an example. You can use your preferred template. 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66B45F-E550-4EA4-B4D0-4D20E35F3D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D9E16A-F019-4DE6-BE77-B1F2A4B0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67A-2E51-49BA-B25E-CD985B689AEA}" type="datetime1">
              <a:rPr kumimoji="1" lang="ja-JP" altLang="en-US" smtClean="0"/>
              <a:t>2024/4/24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81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47AB95B-95DD-4410-8F83-049679244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EC71CE5-6C20-425B-B9CB-F8DC3A1A2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72FF9D-E4A3-4E4E-B330-8EE9AA7D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758005"/>
      </p:ext>
    </p:extLst>
  </p:cSld>
  <p:clrMapOvr>
    <a:masterClrMapping/>
  </p:clrMapOvr>
</p:sld>
</file>

<file path=ppt/theme/theme1.xml><?xml version="1.0" encoding="utf-8"?>
<a:theme xmlns:a="http://schemas.openxmlformats.org/drawingml/2006/main" name="lab_exampl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ab_example" id="{8E190DFB-804B-4168-BA30-C053E55BED11}" vid="{F681CDC7-B083-4633-84C4-2BABAEC718C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lab_example</Template>
  <TotalTime>2</TotalTime>
  <Words>15</Words>
  <Application>Microsoft Office PowerPoint</Application>
  <PresentationFormat>ワイド画面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Meiryo UI</vt:lpstr>
      <vt:lpstr>游ゴシック</vt:lpstr>
      <vt:lpstr>Arial</vt:lpstr>
      <vt:lpstr>Segoe UI</vt:lpstr>
      <vt:lpstr>Wingdings</vt:lpstr>
      <vt:lpstr>lab_example</vt:lpstr>
      <vt:lpstr>This is just an example. You can use your preferred template. 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just an example. You can use your preferred template. </dc:title>
  <dc:creator>Yoichi Tomioka</dc:creator>
  <cp:lastModifiedBy>Yoichi Tomioka</cp:lastModifiedBy>
  <cp:revision>1</cp:revision>
  <dcterms:created xsi:type="dcterms:W3CDTF">2024-04-24T09:17:26Z</dcterms:created>
  <dcterms:modified xsi:type="dcterms:W3CDTF">2024-04-24T09:19:43Z</dcterms:modified>
</cp:coreProperties>
</file>